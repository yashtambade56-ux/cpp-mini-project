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6" r:id="rId1"/>
    <p:sldMasterId id="2147483658" r:id="rId2"/>
    <p:sldMasterId id="2147483683" r:id="rId3"/>
  </p:sldMasterIdLst>
  <p:notesMasterIdLst>
    <p:notesMasterId r:id="rId14"/>
  </p:notesMasterIdLst>
  <p:sldIdLst>
    <p:sldId id="268" r:id="rId4"/>
    <p:sldId id="257" r:id="rId5"/>
    <p:sldId id="258" r:id="rId6"/>
    <p:sldId id="259" r:id="rId7"/>
    <p:sldId id="260" r:id="rId8"/>
    <p:sldId id="262" r:id="rId9"/>
    <p:sldId id="270" r:id="rId10"/>
    <p:sldId id="271" r:id="rId11"/>
    <p:sldId id="266" r:id="rId12"/>
    <p:sldId id="269"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94"/>
  </p:normalViewPr>
  <p:slideViewPr>
    <p:cSldViewPr snapToGrid="0">
      <p:cViewPr varScale="1">
        <p:scale>
          <a:sx n="160" d="100"/>
          <a:sy n="160" d="100"/>
        </p:scale>
        <p:origin x="1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Rajendra Tambade" userId="938cdb9d-0ee8-47fb-9f16-d678571847ad" providerId="ADAL" clId="{4C97A283-0D72-5240-B1C6-1E98E9B8452D}"/>
    <pc:docChg chg="modSld">
      <pc:chgData name="Yash Rajendra Tambade" userId="938cdb9d-0ee8-47fb-9f16-d678571847ad" providerId="ADAL" clId="{4C97A283-0D72-5240-B1C6-1E98E9B8452D}" dt="2026-02-08T16:52:15.686" v="0" actId="1076"/>
      <pc:docMkLst>
        <pc:docMk/>
      </pc:docMkLst>
      <pc:sldChg chg="modSp mod">
        <pc:chgData name="Yash Rajendra Tambade" userId="938cdb9d-0ee8-47fb-9f16-d678571847ad" providerId="ADAL" clId="{4C97A283-0D72-5240-B1C6-1E98E9B8452D}" dt="2026-02-08T16:52:15.686" v="0" actId="1076"/>
        <pc:sldMkLst>
          <pc:docMk/>
          <pc:sldMk cId="3588868355" sldId="268"/>
        </pc:sldMkLst>
        <pc:spChg chg="mod">
          <ac:chgData name="Yash Rajendra Tambade" userId="938cdb9d-0ee8-47fb-9f16-d678571847ad" providerId="ADAL" clId="{4C97A283-0D72-5240-B1C6-1E98E9B8452D}" dt="2026-02-08T16:52:15.686" v="0" actId="1076"/>
          <ac:spMkLst>
            <pc:docMk/>
            <pc:sldMk cId="3588868355" sldId="268"/>
            <ac:spMk id="2" creationId="{8F003487-7603-6C61-AAB3-78319BD26F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351E2-94CE-481B-BF92-C90C9A2F3422}" type="datetimeFigureOut">
              <a:rPr lang="en-IN" smtClean="0"/>
              <a:t>08/02/26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F9187-290C-4CF9-A276-F262A4215271}" type="slidenum">
              <a:rPr lang="en-IN" smtClean="0"/>
              <a:t>‹#›</a:t>
            </a:fld>
            <a:endParaRPr lang="en-IN"/>
          </a:p>
        </p:txBody>
      </p:sp>
    </p:spTree>
    <p:extLst>
      <p:ext uri="{BB962C8B-B14F-4D97-AF65-F5344CB8AC3E}">
        <p14:creationId xmlns:p14="http://schemas.microsoft.com/office/powerpoint/2010/main" val="194929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F9187-290C-4CF9-A276-F262A4215271}" type="slidenum">
              <a:rPr lang="en-IN" smtClean="0"/>
              <a:t>1</a:t>
            </a:fld>
            <a:endParaRPr lang="en-IN"/>
          </a:p>
        </p:txBody>
      </p:sp>
    </p:spTree>
    <p:extLst>
      <p:ext uri="{BB962C8B-B14F-4D97-AF65-F5344CB8AC3E}">
        <p14:creationId xmlns:p14="http://schemas.microsoft.com/office/powerpoint/2010/main" val="1108669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5906880" y="356760"/>
            <a:ext cx="2614680" cy="57564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111" name="PlaceHolder 2"/>
          <p:cNvSpPr>
            <a:spLocks noGrp="1"/>
          </p:cNvSpPr>
          <p:nvPr>
            <p:ph type="title"/>
          </p:nvPr>
        </p:nvSpPr>
        <p:spPr>
          <a:xfrm>
            <a:off x="813960" y="72252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2" name="PlaceHolder 3"/>
          <p:cNvSpPr>
            <a:spLocks noGrp="1"/>
          </p:cNvSpPr>
          <p:nvPr>
            <p:ph type="title"/>
          </p:nvPr>
        </p:nvSpPr>
        <p:spPr>
          <a:xfrm>
            <a:off x="813960" y="180144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3" name="PlaceHolder 4"/>
          <p:cNvSpPr>
            <a:spLocks noGrp="1"/>
          </p:cNvSpPr>
          <p:nvPr>
            <p:ph type="title"/>
          </p:nvPr>
        </p:nvSpPr>
        <p:spPr>
          <a:xfrm>
            <a:off x="813960" y="288036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4" name="PlaceHolder 5"/>
          <p:cNvSpPr>
            <a:spLocks noGrp="1"/>
          </p:cNvSpPr>
          <p:nvPr>
            <p:ph type="title"/>
          </p:nvPr>
        </p:nvSpPr>
        <p:spPr>
          <a:xfrm>
            <a:off x="813960" y="395928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1719000" y="338400"/>
            <a:ext cx="5577480" cy="5940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16" name="Google Shape;645;p14"/>
          <p:cNvGrpSpPr/>
          <p:nvPr/>
        </p:nvGrpSpPr>
        <p:grpSpPr>
          <a:xfrm>
            <a:off x="262080" y="-1080"/>
            <a:ext cx="8550000" cy="3981240"/>
            <a:chOff x="262080" y="-1080"/>
            <a:chExt cx="8550000" cy="3981240"/>
          </a:xfrm>
        </p:grpSpPr>
        <p:cxnSp>
          <p:nvCxnSpPr>
            <p:cNvPr id="117" name="Google Shape;646;p14"/>
            <p:cNvCxnSpPr/>
            <p:nvPr/>
          </p:nvCxnSpPr>
          <p:spPr>
            <a:xfrm>
              <a:off x="515880" y="-1080"/>
              <a:ext cx="360" cy="3981600"/>
            </a:xfrm>
            <a:prstGeom prst="straightConnector1">
              <a:avLst/>
            </a:prstGeom>
            <a:ln w="9525">
              <a:solidFill>
                <a:srgbClr val="3D3D3D"/>
              </a:solidFill>
              <a:round/>
            </a:ln>
          </p:spPr>
        </p:cxnSp>
        <p:cxnSp>
          <p:nvCxnSpPr>
            <p:cNvPr id="118" name="Google Shape;647;p14"/>
            <p:cNvCxnSpPr/>
            <p:nvPr/>
          </p:nvCxnSpPr>
          <p:spPr>
            <a:xfrm>
              <a:off x="8665920" y="-1080"/>
              <a:ext cx="360" cy="1902240"/>
            </a:xfrm>
            <a:prstGeom prst="straightConnector1">
              <a:avLst/>
            </a:prstGeom>
            <a:ln w="9525">
              <a:solidFill>
                <a:srgbClr val="3D3D3D"/>
              </a:solidFill>
              <a:round/>
            </a:ln>
          </p:spPr>
        </p:cxnSp>
        <p:grpSp>
          <p:nvGrpSpPr>
            <p:cNvPr id="119" name="Google Shape;648;p14"/>
            <p:cNvGrpSpPr/>
            <p:nvPr/>
          </p:nvGrpSpPr>
          <p:grpSpPr>
            <a:xfrm>
              <a:off x="343440" y="3301200"/>
              <a:ext cx="344520" cy="344880"/>
              <a:chOff x="343440" y="3301200"/>
              <a:chExt cx="344520" cy="344880"/>
            </a:xfrm>
          </p:grpSpPr>
          <p:sp>
            <p:nvSpPr>
              <p:cNvPr id="120" name="Google Shape;649;p14"/>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650;p14"/>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651;p14"/>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52;p14"/>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 name="Google Shape;653;p14"/>
            <p:cNvGrpSpPr/>
            <p:nvPr/>
          </p:nvGrpSpPr>
          <p:grpSpPr>
            <a:xfrm>
              <a:off x="8520480" y="714960"/>
              <a:ext cx="291600" cy="292320"/>
              <a:chOff x="8520480" y="714960"/>
              <a:chExt cx="291600" cy="292320"/>
            </a:xfrm>
          </p:grpSpPr>
          <p:sp>
            <p:nvSpPr>
              <p:cNvPr id="125" name="Google Shape;654;p14"/>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655;p14"/>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656;p14"/>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657;p14"/>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 name="Google Shape;658;p14"/>
            <p:cNvGrpSpPr/>
            <p:nvPr/>
          </p:nvGrpSpPr>
          <p:grpSpPr>
            <a:xfrm>
              <a:off x="262080" y="465480"/>
              <a:ext cx="507240" cy="507600"/>
              <a:chOff x="262080" y="465480"/>
              <a:chExt cx="507240" cy="507600"/>
            </a:xfrm>
          </p:grpSpPr>
          <p:sp>
            <p:nvSpPr>
              <p:cNvPr id="130" name="Google Shape;659;p14"/>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660;p14"/>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661;p14"/>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662;p14"/>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63;p14"/>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664;p14"/>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1568880" y="442440"/>
            <a:ext cx="6005880" cy="5954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37" name="Google Shape;675;p15"/>
          <p:cNvCxnSpPr/>
          <p:nvPr/>
        </p:nvCxnSpPr>
        <p:spPr>
          <a:xfrm flipH="1" flipV="1">
            <a:off x="8109000" y="501120"/>
            <a:ext cx="738000" cy="738000"/>
          </a:xfrm>
          <a:prstGeom prst="straightConnector1">
            <a:avLst/>
          </a:prstGeom>
          <a:ln w="9525">
            <a:solidFill>
              <a:srgbClr val="3D3D3D"/>
            </a:solidFill>
            <a:round/>
          </a:ln>
        </p:spPr>
      </p:cxnSp>
      <p:cxnSp>
        <p:nvCxnSpPr>
          <p:cNvPr id="138" name="Google Shape;676;p15"/>
          <p:cNvCxnSpPr/>
          <p:nvPr/>
        </p:nvCxnSpPr>
        <p:spPr>
          <a:xfrm>
            <a:off x="582120" y="281880"/>
            <a:ext cx="1213560" cy="423360"/>
          </a:xfrm>
          <a:prstGeom prst="straightConnector1">
            <a:avLst/>
          </a:prstGeom>
          <a:ln w="9525">
            <a:solidFill>
              <a:srgbClr val="3D3D3D"/>
            </a:solidFill>
            <a:round/>
          </a:ln>
        </p:spPr>
      </p:cxnSp>
      <p:cxnSp>
        <p:nvCxnSpPr>
          <p:cNvPr id="139" name="Google Shape;677;p15"/>
          <p:cNvCxnSpPr/>
          <p:nvPr/>
        </p:nvCxnSpPr>
        <p:spPr>
          <a:xfrm flipV="1">
            <a:off x="0" y="273960"/>
            <a:ext cx="582840" cy="654840"/>
          </a:xfrm>
          <a:prstGeom prst="straightConnector1">
            <a:avLst/>
          </a:prstGeom>
          <a:ln w="9525">
            <a:solidFill>
              <a:srgbClr val="3D3D3D"/>
            </a:solidFill>
            <a:round/>
          </a:ln>
        </p:spPr>
      </p:cxnSp>
      <p:grpSp>
        <p:nvGrpSpPr>
          <p:cNvPr id="140" name="Google Shape;678;p15"/>
          <p:cNvGrpSpPr/>
          <p:nvPr/>
        </p:nvGrpSpPr>
        <p:grpSpPr>
          <a:xfrm>
            <a:off x="423720" y="125280"/>
            <a:ext cx="291600" cy="292320"/>
            <a:chOff x="423720" y="125280"/>
            <a:chExt cx="291600" cy="292320"/>
          </a:xfrm>
        </p:grpSpPr>
        <p:sp>
          <p:nvSpPr>
            <p:cNvPr id="141" name="Google Shape;679;p15"/>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680;p15"/>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681;p15"/>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682;p15"/>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 name="Google Shape;683;p15"/>
          <p:cNvGrpSpPr/>
          <p:nvPr/>
        </p:nvGrpSpPr>
        <p:grpSpPr>
          <a:xfrm>
            <a:off x="1638360" y="558000"/>
            <a:ext cx="292680" cy="293040"/>
            <a:chOff x="1638360" y="558000"/>
            <a:chExt cx="292680" cy="293040"/>
          </a:xfrm>
        </p:grpSpPr>
        <p:sp>
          <p:nvSpPr>
            <p:cNvPr id="146" name="Google Shape;684;p15"/>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685;p15"/>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686;p15"/>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687;p15"/>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88;p15"/>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689;p15"/>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 name="Google Shape;690;p15"/>
          <p:cNvGrpSpPr/>
          <p:nvPr/>
        </p:nvGrpSpPr>
        <p:grpSpPr>
          <a:xfrm>
            <a:off x="1591920" y="362520"/>
            <a:ext cx="174600" cy="26640"/>
            <a:chOff x="1591920" y="362520"/>
            <a:chExt cx="174600" cy="26640"/>
          </a:xfrm>
        </p:grpSpPr>
        <p:sp>
          <p:nvSpPr>
            <p:cNvPr id="153" name="Google Shape;691;p15"/>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692;p15"/>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693;p15"/>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 name="Google Shape;694;p15"/>
          <p:cNvCxnSpPr/>
          <p:nvPr/>
        </p:nvCxnSpPr>
        <p:spPr>
          <a:xfrm flipH="1">
            <a:off x="8151120" y="6840"/>
            <a:ext cx="1002960" cy="494640"/>
          </a:xfrm>
          <a:prstGeom prst="straightConnector1">
            <a:avLst/>
          </a:prstGeom>
          <a:ln w="9525">
            <a:solidFill>
              <a:srgbClr val="3D3D3D"/>
            </a:solidFill>
            <a:round/>
          </a:ln>
        </p:spPr>
      </p:cxnSp>
      <p:grpSp>
        <p:nvGrpSpPr>
          <p:cNvPr id="157" name="Google Shape;695;p15"/>
          <p:cNvGrpSpPr/>
          <p:nvPr/>
        </p:nvGrpSpPr>
        <p:grpSpPr>
          <a:xfrm>
            <a:off x="7823880" y="202320"/>
            <a:ext cx="581400" cy="582120"/>
            <a:chOff x="7823880" y="202320"/>
            <a:chExt cx="581400" cy="582120"/>
          </a:xfrm>
        </p:grpSpPr>
        <p:sp>
          <p:nvSpPr>
            <p:cNvPr id="158" name="Google Shape;696;p15"/>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697;p15"/>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698;p15"/>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699;p15"/>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700;p15"/>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701;p15"/>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4" name="Google Shape;702;p15"/>
          <p:cNvGrpSpPr/>
          <p:nvPr/>
        </p:nvGrpSpPr>
        <p:grpSpPr>
          <a:xfrm>
            <a:off x="8698680" y="1117440"/>
            <a:ext cx="291600" cy="292320"/>
            <a:chOff x="8698680" y="1117440"/>
            <a:chExt cx="291600" cy="292320"/>
          </a:xfrm>
        </p:grpSpPr>
        <p:sp>
          <p:nvSpPr>
            <p:cNvPr id="165" name="Google Shape;703;p15"/>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704;p15"/>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705;p15"/>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706;p15"/>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9" name="Google Shape;707;p15"/>
          <p:cNvGrpSpPr/>
          <p:nvPr/>
        </p:nvGrpSpPr>
        <p:grpSpPr>
          <a:xfrm>
            <a:off x="8678520" y="1581840"/>
            <a:ext cx="174600" cy="26640"/>
            <a:chOff x="8678520" y="1581840"/>
            <a:chExt cx="174600" cy="26640"/>
          </a:xfrm>
        </p:grpSpPr>
        <p:sp>
          <p:nvSpPr>
            <p:cNvPr id="170" name="Google Shape;708;p15"/>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709;p15"/>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710;p15"/>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cxnSp>
        <p:nvCxnSpPr>
          <p:cNvPr id="173" name="Google Shape;712;p16"/>
          <p:cNvCxnSpPr/>
          <p:nvPr/>
        </p:nvCxnSpPr>
        <p:spPr>
          <a:xfrm>
            <a:off x="590400" y="4340520"/>
            <a:ext cx="670320" cy="423360"/>
          </a:xfrm>
          <a:prstGeom prst="straightConnector1">
            <a:avLst/>
          </a:prstGeom>
          <a:ln w="9525">
            <a:solidFill>
              <a:srgbClr val="3D3D3D"/>
            </a:solidFill>
            <a:round/>
          </a:ln>
        </p:spPr>
      </p:cxnSp>
      <p:sp>
        <p:nvSpPr>
          <p:cNvPr id="174"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75" name="Google Shape;714;p16"/>
          <p:cNvCxnSpPr/>
          <p:nvPr/>
        </p:nvCxnSpPr>
        <p:spPr>
          <a:xfrm flipV="1">
            <a:off x="0" y="4332240"/>
            <a:ext cx="590760" cy="664560"/>
          </a:xfrm>
          <a:prstGeom prst="straightConnector1">
            <a:avLst/>
          </a:prstGeom>
          <a:ln w="9525">
            <a:solidFill>
              <a:srgbClr val="3D3D3D"/>
            </a:solidFill>
            <a:round/>
          </a:ln>
        </p:spPr>
      </p:cxnSp>
      <p:grpSp>
        <p:nvGrpSpPr>
          <p:cNvPr id="176" name="Google Shape;715;p16"/>
          <p:cNvGrpSpPr/>
          <p:nvPr/>
        </p:nvGrpSpPr>
        <p:grpSpPr>
          <a:xfrm>
            <a:off x="431640" y="4183920"/>
            <a:ext cx="291600" cy="292320"/>
            <a:chOff x="431640" y="4183920"/>
            <a:chExt cx="291600" cy="292320"/>
          </a:xfrm>
        </p:grpSpPr>
        <p:sp>
          <p:nvSpPr>
            <p:cNvPr id="177" name="Google Shape;716;p16"/>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717;p16"/>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718;p16"/>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719;p16"/>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1" name="Google Shape;720;p16"/>
          <p:cNvGrpSpPr/>
          <p:nvPr/>
        </p:nvGrpSpPr>
        <p:grpSpPr>
          <a:xfrm>
            <a:off x="1075320" y="4604760"/>
            <a:ext cx="292680" cy="293040"/>
            <a:chOff x="1075320" y="4604760"/>
            <a:chExt cx="292680" cy="293040"/>
          </a:xfrm>
        </p:grpSpPr>
        <p:sp>
          <p:nvSpPr>
            <p:cNvPr id="182" name="Google Shape;721;p16"/>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722;p16"/>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723;p16"/>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724;p16"/>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725;p16"/>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726;p16"/>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88" name="Google Shape;727;p16"/>
          <p:cNvCxnSpPr/>
          <p:nvPr/>
        </p:nvCxnSpPr>
        <p:spPr>
          <a:xfrm flipH="1" flipV="1">
            <a:off x="7196760" y="294840"/>
            <a:ext cx="1157400" cy="543240"/>
          </a:xfrm>
          <a:prstGeom prst="straightConnector1">
            <a:avLst/>
          </a:prstGeom>
          <a:ln w="9525">
            <a:solidFill>
              <a:srgbClr val="3D3D3D"/>
            </a:solidFill>
            <a:round/>
          </a:ln>
        </p:spPr>
      </p:cxnSp>
      <p:cxnSp>
        <p:nvCxnSpPr>
          <p:cNvPr id="189" name="Google Shape;728;p16"/>
          <p:cNvCxnSpPr/>
          <p:nvPr/>
        </p:nvCxnSpPr>
        <p:spPr>
          <a:xfrm flipH="1">
            <a:off x="8353800" y="-6480"/>
            <a:ext cx="792000" cy="836280"/>
          </a:xfrm>
          <a:prstGeom prst="straightConnector1">
            <a:avLst/>
          </a:prstGeom>
          <a:ln w="9525">
            <a:solidFill>
              <a:srgbClr val="3D3D3D"/>
            </a:solidFill>
            <a:round/>
          </a:ln>
        </p:spPr>
      </p:cxnSp>
      <p:grpSp>
        <p:nvGrpSpPr>
          <p:cNvPr id="190" name="Google Shape;729;p16"/>
          <p:cNvGrpSpPr/>
          <p:nvPr/>
        </p:nvGrpSpPr>
        <p:grpSpPr>
          <a:xfrm>
            <a:off x="8064360" y="527040"/>
            <a:ext cx="581400" cy="582120"/>
            <a:chOff x="8064360" y="527040"/>
            <a:chExt cx="581400" cy="582120"/>
          </a:xfrm>
        </p:grpSpPr>
        <p:sp>
          <p:nvSpPr>
            <p:cNvPr id="191" name="Google Shape;730;p16"/>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731;p16"/>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732;p16"/>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733;p16"/>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34;p16"/>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735;p16"/>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7" name="Google Shape;736;p16"/>
          <p:cNvGrpSpPr/>
          <p:nvPr/>
        </p:nvGrpSpPr>
        <p:grpSpPr>
          <a:xfrm>
            <a:off x="7034040" y="171000"/>
            <a:ext cx="291600" cy="292320"/>
            <a:chOff x="7034040" y="171000"/>
            <a:chExt cx="291600" cy="292320"/>
          </a:xfrm>
        </p:grpSpPr>
        <p:sp>
          <p:nvSpPr>
            <p:cNvPr id="198" name="Google Shape;737;p16"/>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738;p16"/>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739;p16"/>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740;p16"/>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2" name="Google Shape;741;p16"/>
          <p:cNvGrpSpPr/>
          <p:nvPr/>
        </p:nvGrpSpPr>
        <p:grpSpPr>
          <a:xfrm>
            <a:off x="8758080" y="229680"/>
            <a:ext cx="174600" cy="174600"/>
            <a:chOff x="8758080" y="229680"/>
            <a:chExt cx="174600" cy="174600"/>
          </a:xfrm>
        </p:grpSpPr>
        <p:sp>
          <p:nvSpPr>
            <p:cNvPr id="203" name="Google Shape;742;p16"/>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743;p16"/>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744;p16"/>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745;p16"/>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7" name="Google Shape;746;p16"/>
          <p:cNvGrpSpPr/>
          <p:nvPr/>
        </p:nvGrpSpPr>
        <p:grpSpPr>
          <a:xfrm>
            <a:off x="8489880" y="171000"/>
            <a:ext cx="174960" cy="26640"/>
            <a:chOff x="8489880" y="171000"/>
            <a:chExt cx="174960" cy="26640"/>
          </a:xfrm>
        </p:grpSpPr>
        <p:sp>
          <p:nvSpPr>
            <p:cNvPr id="208" name="Google Shape;747;p16"/>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748;p16"/>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749;p16"/>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1" name="Google Shape;750;p16"/>
          <p:cNvGrpSpPr/>
          <p:nvPr/>
        </p:nvGrpSpPr>
        <p:grpSpPr>
          <a:xfrm>
            <a:off x="7916400" y="1124640"/>
            <a:ext cx="174600" cy="26640"/>
            <a:chOff x="7916400" y="1124640"/>
            <a:chExt cx="174600" cy="26640"/>
          </a:xfrm>
        </p:grpSpPr>
        <p:sp>
          <p:nvSpPr>
            <p:cNvPr id="212" name="Google Shape;751;p16"/>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752;p16"/>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753;p16"/>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3090600" y="338400"/>
            <a:ext cx="296244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16" name="Google Shape;774;p17"/>
          <p:cNvCxnSpPr/>
          <p:nvPr/>
        </p:nvCxnSpPr>
        <p:spPr>
          <a:xfrm>
            <a:off x="2904120" y="4512960"/>
            <a:ext cx="1133280" cy="306720"/>
          </a:xfrm>
          <a:prstGeom prst="straightConnector1">
            <a:avLst/>
          </a:prstGeom>
          <a:ln w="9525">
            <a:solidFill>
              <a:srgbClr val="3D3D3D"/>
            </a:solidFill>
            <a:round/>
          </a:ln>
        </p:spPr>
      </p:cxnSp>
      <p:cxnSp>
        <p:nvCxnSpPr>
          <p:cNvPr id="217" name="Google Shape;775;p17"/>
          <p:cNvCxnSpPr/>
          <p:nvPr/>
        </p:nvCxnSpPr>
        <p:spPr>
          <a:xfrm flipV="1">
            <a:off x="1562040" y="4492080"/>
            <a:ext cx="1342440" cy="315720"/>
          </a:xfrm>
          <a:prstGeom prst="straightConnector1">
            <a:avLst/>
          </a:prstGeom>
          <a:ln w="9525">
            <a:solidFill>
              <a:srgbClr val="3D3D3D"/>
            </a:solidFill>
            <a:round/>
          </a:ln>
        </p:spPr>
      </p:cxnSp>
      <p:cxnSp>
        <p:nvCxnSpPr>
          <p:cNvPr id="218" name="Google Shape;776;p17"/>
          <p:cNvCxnSpPr/>
          <p:nvPr/>
        </p:nvCxnSpPr>
        <p:spPr>
          <a:xfrm>
            <a:off x="259200" y="4407840"/>
            <a:ext cx="1332360" cy="392400"/>
          </a:xfrm>
          <a:prstGeom prst="straightConnector1">
            <a:avLst/>
          </a:prstGeom>
          <a:ln w="9525">
            <a:solidFill>
              <a:srgbClr val="3D3D3D"/>
            </a:solidFill>
            <a:round/>
          </a:ln>
        </p:spPr>
      </p:cxnSp>
      <p:cxnSp>
        <p:nvCxnSpPr>
          <p:cNvPr id="219" name="Google Shape;777;p17"/>
          <p:cNvCxnSpPr/>
          <p:nvPr/>
        </p:nvCxnSpPr>
        <p:spPr>
          <a:xfrm>
            <a:off x="-6840" y="3993480"/>
            <a:ext cx="273960" cy="407520"/>
          </a:xfrm>
          <a:prstGeom prst="straightConnector1">
            <a:avLst/>
          </a:prstGeom>
          <a:ln w="9525">
            <a:solidFill>
              <a:srgbClr val="3D3D3D"/>
            </a:solidFill>
            <a:round/>
          </a:ln>
        </p:spPr>
      </p:cxnSp>
      <p:grpSp>
        <p:nvGrpSpPr>
          <p:cNvPr id="220" name="Google Shape;778;p17"/>
          <p:cNvGrpSpPr/>
          <p:nvPr/>
        </p:nvGrpSpPr>
        <p:grpSpPr>
          <a:xfrm>
            <a:off x="1278000" y="4512960"/>
            <a:ext cx="581400" cy="582120"/>
            <a:chOff x="1278000" y="4512960"/>
            <a:chExt cx="581400" cy="582120"/>
          </a:xfrm>
        </p:grpSpPr>
        <p:sp>
          <p:nvSpPr>
            <p:cNvPr id="221" name="Google Shape;779;p17"/>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780;p17"/>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781;p17"/>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782;p17"/>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83;p17"/>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784;p17"/>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7" name="Google Shape;785;p17"/>
          <p:cNvGrpSpPr/>
          <p:nvPr/>
        </p:nvGrpSpPr>
        <p:grpSpPr>
          <a:xfrm>
            <a:off x="2747520" y="4340520"/>
            <a:ext cx="291600" cy="292320"/>
            <a:chOff x="2747520" y="4340520"/>
            <a:chExt cx="291600" cy="292320"/>
          </a:xfrm>
        </p:grpSpPr>
        <p:sp>
          <p:nvSpPr>
            <p:cNvPr id="228" name="Google Shape;786;p17"/>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787;p17"/>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88;p17"/>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789;p17"/>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2" name="Google Shape;790;p17"/>
          <p:cNvGrpSpPr/>
          <p:nvPr/>
        </p:nvGrpSpPr>
        <p:grpSpPr>
          <a:xfrm>
            <a:off x="171000" y="4314960"/>
            <a:ext cx="174600" cy="174600"/>
            <a:chOff x="171000" y="4314960"/>
            <a:chExt cx="174600" cy="174600"/>
          </a:xfrm>
        </p:grpSpPr>
        <p:sp>
          <p:nvSpPr>
            <p:cNvPr id="233" name="Google Shape;791;p17"/>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792;p17"/>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793;p17"/>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794;p17"/>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7" name="Google Shape;795;p17"/>
          <p:cNvGrpSpPr/>
          <p:nvPr/>
        </p:nvGrpSpPr>
        <p:grpSpPr>
          <a:xfrm>
            <a:off x="3872880" y="4657680"/>
            <a:ext cx="292680" cy="293040"/>
            <a:chOff x="3872880" y="4657680"/>
            <a:chExt cx="292680" cy="293040"/>
          </a:xfrm>
        </p:grpSpPr>
        <p:sp>
          <p:nvSpPr>
            <p:cNvPr id="238" name="Google Shape;796;p17"/>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797;p17"/>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798;p17"/>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799;p17"/>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800;p17"/>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801;p17"/>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4" name="Google Shape;802;p17"/>
          <p:cNvGrpSpPr/>
          <p:nvPr/>
        </p:nvGrpSpPr>
        <p:grpSpPr>
          <a:xfrm>
            <a:off x="242280" y="4142520"/>
            <a:ext cx="174600" cy="26640"/>
            <a:chOff x="242280" y="4142520"/>
            <a:chExt cx="174600" cy="26640"/>
          </a:xfrm>
        </p:grpSpPr>
        <p:sp>
          <p:nvSpPr>
            <p:cNvPr id="245" name="Google Shape;803;p17"/>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804;p17"/>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805;p17"/>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48" name="Google Shape;806;p17"/>
          <p:cNvCxnSpPr/>
          <p:nvPr/>
        </p:nvCxnSpPr>
        <p:spPr>
          <a:xfrm flipH="1" flipV="1">
            <a:off x="5994720" y="226440"/>
            <a:ext cx="1505160" cy="225000"/>
          </a:xfrm>
          <a:prstGeom prst="straightConnector1">
            <a:avLst/>
          </a:prstGeom>
          <a:ln w="9525">
            <a:solidFill>
              <a:srgbClr val="3D3D3D"/>
            </a:solidFill>
            <a:round/>
          </a:ln>
        </p:spPr>
      </p:cxnSp>
      <p:cxnSp>
        <p:nvCxnSpPr>
          <p:cNvPr id="249" name="Google Shape;807;p17"/>
          <p:cNvCxnSpPr/>
          <p:nvPr/>
        </p:nvCxnSpPr>
        <p:spPr>
          <a:xfrm flipH="1" flipV="1">
            <a:off x="7512840" y="457560"/>
            <a:ext cx="829800" cy="743760"/>
          </a:xfrm>
          <a:prstGeom prst="straightConnector1">
            <a:avLst/>
          </a:prstGeom>
          <a:ln w="9525">
            <a:solidFill>
              <a:srgbClr val="3D3D3D"/>
            </a:solidFill>
            <a:round/>
          </a:ln>
        </p:spPr>
      </p:cxnSp>
      <p:cxnSp>
        <p:nvCxnSpPr>
          <p:cNvPr id="250" name="Google Shape;808;p17"/>
          <p:cNvCxnSpPr/>
          <p:nvPr/>
        </p:nvCxnSpPr>
        <p:spPr>
          <a:xfrm flipH="1">
            <a:off x="8348760" y="-6480"/>
            <a:ext cx="797040" cy="1188000"/>
          </a:xfrm>
          <a:prstGeom prst="straightConnector1">
            <a:avLst/>
          </a:prstGeom>
          <a:ln w="9525">
            <a:solidFill>
              <a:srgbClr val="3D3D3D"/>
            </a:solidFill>
            <a:round/>
          </a:ln>
        </p:spPr>
      </p:cxnSp>
      <p:grpSp>
        <p:nvGrpSpPr>
          <p:cNvPr id="251" name="Google Shape;809;p17"/>
          <p:cNvGrpSpPr/>
          <p:nvPr/>
        </p:nvGrpSpPr>
        <p:grpSpPr>
          <a:xfrm>
            <a:off x="8064360" y="1040400"/>
            <a:ext cx="581400" cy="582120"/>
            <a:chOff x="8064360" y="1040400"/>
            <a:chExt cx="581400" cy="582120"/>
          </a:xfrm>
        </p:grpSpPr>
        <p:sp>
          <p:nvSpPr>
            <p:cNvPr id="252" name="Google Shape;810;p17"/>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811;p17"/>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812;p17"/>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813;p17"/>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814;p17"/>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815;p17"/>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8" name="Google Shape;816;p17"/>
          <p:cNvGrpSpPr/>
          <p:nvPr/>
        </p:nvGrpSpPr>
        <p:grpSpPr>
          <a:xfrm>
            <a:off x="7353000" y="316440"/>
            <a:ext cx="291600" cy="292320"/>
            <a:chOff x="7353000" y="316440"/>
            <a:chExt cx="291600" cy="292320"/>
          </a:xfrm>
        </p:grpSpPr>
        <p:sp>
          <p:nvSpPr>
            <p:cNvPr id="259" name="Google Shape;817;p17"/>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818;p17"/>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819;p17"/>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820;p17"/>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3" name="Google Shape;821;p17"/>
          <p:cNvGrpSpPr/>
          <p:nvPr/>
        </p:nvGrpSpPr>
        <p:grpSpPr>
          <a:xfrm>
            <a:off x="8792280" y="321120"/>
            <a:ext cx="174600" cy="174600"/>
            <a:chOff x="8792280" y="321120"/>
            <a:chExt cx="174600" cy="174600"/>
          </a:xfrm>
        </p:grpSpPr>
        <p:sp>
          <p:nvSpPr>
            <p:cNvPr id="264" name="Google Shape;822;p17"/>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823;p17"/>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824;p17"/>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825;p17"/>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8" name="Google Shape;826;p17"/>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827;p17"/>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828;p17"/>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829;p17"/>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830;p17"/>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831;p17"/>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4" name="Google Shape;832;p17"/>
          <p:cNvGrpSpPr/>
          <p:nvPr/>
        </p:nvGrpSpPr>
        <p:grpSpPr>
          <a:xfrm>
            <a:off x="8489880" y="171000"/>
            <a:ext cx="174960" cy="26640"/>
            <a:chOff x="8489880" y="171000"/>
            <a:chExt cx="174960" cy="26640"/>
          </a:xfrm>
        </p:grpSpPr>
        <p:sp>
          <p:nvSpPr>
            <p:cNvPr id="275" name="Google Shape;833;p17"/>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834;p17"/>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835;p17"/>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8" name="Google Shape;836;p17"/>
          <p:cNvGrpSpPr/>
          <p:nvPr/>
        </p:nvGrpSpPr>
        <p:grpSpPr>
          <a:xfrm>
            <a:off x="8678520" y="1658160"/>
            <a:ext cx="174600" cy="26640"/>
            <a:chOff x="8678520" y="1658160"/>
            <a:chExt cx="174600" cy="26640"/>
          </a:xfrm>
        </p:grpSpPr>
        <p:sp>
          <p:nvSpPr>
            <p:cNvPr id="279" name="Google Shape;837;p17"/>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838;p17"/>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839;p17"/>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1271160" y="338400"/>
            <a:ext cx="6610680" cy="54828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83" name="Google Shape;843;p18"/>
          <p:cNvCxnSpPr/>
          <p:nvPr/>
        </p:nvCxnSpPr>
        <p:spPr>
          <a:xfrm flipH="1" flipV="1">
            <a:off x="8109000" y="501120"/>
            <a:ext cx="738000" cy="738000"/>
          </a:xfrm>
          <a:prstGeom prst="straightConnector1">
            <a:avLst/>
          </a:prstGeom>
          <a:ln w="9525">
            <a:solidFill>
              <a:srgbClr val="3D3D3D"/>
            </a:solidFill>
            <a:round/>
          </a:ln>
        </p:spPr>
      </p:cxnSp>
      <p:cxnSp>
        <p:nvCxnSpPr>
          <p:cNvPr id="284" name="Google Shape;844;p18"/>
          <p:cNvCxnSpPr/>
          <p:nvPr/>
        </p:nvCxnSpPr>
        <p:spPr>
          <a:xfrm>
            <a:off x="582120" y="281880"/>
            <a:ext cx="1213560" cy="423360"/>
          </a:xfrm>
          <a:prstGeom prst="straightConnector1">
            <a:avLst/>
          </a:prstGeom>
          <a:ln w="9525">
            <a:solidFill>
              <a:srgbClr val="3D3D3D"/>
            </a:solidFill>
            <a:round/>
          </a:ln>
        </p:spPr>
      </p:cxnSp>
      <p:cxnSp>
        <p:nvCxnSpPr>
          <p:cNvPr id="285" name="Google Shape;845;p18"/>
          <p:cNvCxnSpPr/>
          <p:nvPr/>
        </p:nvCxnSpPr>
        <p:spPr>
          <a:xfrm flipV="1">
            <a:off x="0" y="273960"/>
            <a:ext cx="582840" cy="654840"/>
          </a:xfrm>
          <a:prstGeom prst="straightConnector1">
            <a:avLst/>
          </a:prstGeom>
          <a:ln w="9525">
            <a:solidFill>
              <a:srgbClr val="3D3D3D"/>
            </a:solidFill>
            <a:round/>
          </a:ln>
        </p:spPr>
      </p:cxnSp>
      <p:grpSp>
        <p:nvGrpSpPr>
          <p:cNvPr id="286" name="Google Shape;846;p18"/>
          <p:cNvGrpSpPr/>
          <p:nvPr/>
        </p:nvGrpSpPr>
        <p:grpSpPr>
          <a:xfrm>
            <a:off x="423720" y="125280"/>
            <a:ext cx="291600" cy="292320"/>
            <a:chOff x="423720" y="125280"/>
            <a:chExt cx="291600" cy="292320"/>
          </a:xfrm>
        </p:grpSpPr>
        <p:sp>
          <p:nvSpPr>
            <p:cNvPr id="287" name="Google Shape;847;p18"/>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848;p18"/>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849;p18"/>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 name="Google Shape;850;p18"/>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1" name="Google Shape;851;p18"/>
          <p:cNvGrpSpPr/>
          <p:nvPr/>
        </p:nvGrpSpPr>
        <p:grpSpPr>
          <a:xfrm>
            <a:off x="1638360" y="558000"/>
            <a:ext cx="292680" cy="293040"/>
            <a:chOff x="1638360" y="558000"/>
            <a:chExt cx="292680" cy="293040"/>
          </a:xfrm>
        </p:grpSpPr>
        <p:sp>
          <p:nvSpPr>
            <p:cNvPr id="292" name="Google Shape;852;p18"/>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853;p18"/>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854;p18"/>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855;p18"/>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56;p18"/>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857;p18"/>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8" name="Google Shape;858;p18"/>
          <p:cNvGrpSpPr/>
          <p:nvPr/>
        </p:nvGrpSpPr>
        <p:grpSpPr>
          <a:xfrm>
            <a:off x="1591920" y="362520"/>
            <a:ext cx="174600" cy="26640"/>
            <a:chOff x="1591920" y="362520"/>
            <a:chExt cx="174600" cy="26640"/>
          </a:xfrm>
        </p:grpSpPr>
        <p:sp>
          <p:nvSpPr>
            <p:cNvPr id="299" name="Google Shape;859;p18"/>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860;p18"/>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861;p18"/>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02" name="Google Shape;862;p18"/>
          <p:cNvCxnSpPr/>
          <p:nvPr/>
        </p:nvCxnSpPr>
        <p:spPr>
          <a:xfrm flipH="1">
            <a:off x="8151120" y="6840"/>
            <a:ext cx="1002960" cy="494640"/>
          </a:xfrm>
          <a:prstGeom prst="straightConnector1">
            <a:avLst/>
          </a:prstGeom>
          <a:ln w="9525">
            <a:solidFill>
              <a:srgbClr val="3D3D3D"/>
            </a:solidFill>
            <a:round/>
          </a:ln>
        </p:spPr>
      </p:cxnSp>
      <p:grpSp>
        <p:nvGrpSpPr>
          <p:cNvPr id="303" name="Google Shape;863;p18"/>
          <p:cNvGrpSpPr/>
          <p:nvPr/>
        </p:nvGrpSpPr>
        <p:grpSpPr>
          <a:xfrm>
            <a:off x="7823880" y="202320"/>
            <a:ext cx="581400" cy="582120"/>
            <a:chOff x="7823880" y="202320"/>
            <a:chExt cx="581400" cy="582120"/>
          </a:xfrm>
        </p:grpSpPr>
        <p:sp>
          <p:nvSpPr>
            <p:cNvPr id="304" name="Google Shape;864;p18"/>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865;p18"/>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866;p18"/>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867;p18"/>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68;p18"/>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869;p18"/>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0" name="Google Shape;870;p18"/>
          <p:cNvGrpSpPr/>
          <p:nvPr/>
        </p:nvGrpSpPr>
        <p:grpSpPr>
          <a:xfrm>
            <a:off x="8698680" y="1117440"/>
            <a:ext cx="291600" cy="292320"/>
            <a:chOff x="8698680" y="1117440"/>
            <a:chExt cx="291600" cy="292320"/>
          </a:xfrm>
        </p:grpSpPr>
        <p:sp>
          <p:nvSpPr>
            <p:cNvPr id="311" name="Google Shape;871;p18"/>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872;p18"/>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873;p18"/>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874;p18"/>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5" name="Google Shape;875;p18"/>
          <p:cNvGrpSpPr/>
          <p:nvPr/>
        </p:nvGrpSpPr>
        <p:grpSpPr>
          <a:xfrm>
            <a:off x="8678520" y="1581840"/>
            <a:ext cx="174600" cy="26640"/>
            <a:chOff x="8678520" y="1581840"/>
            <a:chExt cx="174600" cy="26640"/>
          </a:xfrm>
        </p:grpSpPr>
        <p:sp>
          <p:nvSpPr>
            <p:cNvPr id="316" name="Google Shape;876;p18"/>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877;p18"/>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878;p18"/>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19" name="Google Shape;879;p18"/>
          <p:cNvCxnSpPr/>
          <p:nvPr/>
        </p:nvCxnSpPr>
        <p:spPr>
          <a:xfrm flipH="1">
            <a:off x="5101560" y="4512960"/>
            <a:ext cx="1133280" cy="306720"/>
          </a:xfrm>
          <a:prstGeom prst="straightConnector1">
            <a:avLst/>
          </a:prstGeom>
          <a:ln w="9525">
            <a:solidFill>
              <a:srgbClr val="494949"/>
            </a:solidFill>
            <a:round/>
          </a:ln>
        </p:spPr>
      </p:cxnSp>
      <p:cxnSp>
        <p:nvCxnSpPr>
          <p:cNvPr id="320" name="Google Shape;880;p18"/>
          <p:cNvCxnSpPr/>
          <p:nvPr/>
        </p:nvCxnSpPr>
        <p:spPr>
          <a:xfrm flipH="1" flipV="1">
            <a:off x="6234480" y="4492080"/>
            <a:ext cx="1342800" cy="315720"/>
          </a:xfrm>
          <a:prstGeom prst="straightConnector1">
            <a:avLst/>
          </a:prstGeom>
          <a:ln w="9525">
            <a:solidFill>
              <a:srgbClr val="494949"/>
            </a:solidFill>
            <a:round/>
          </a:ln>
        </p:spPr>
      </p:cxnSp>
      <p:cxnSp>
        <p:nvCxnSpPr>
          <p:cNvPr id="321" name="Google Shape;881;p18"/>
          <p:cNvCxnSpPr/>
          <p:nvPr/>
        </p:nvCxnSpPr>
        <p:spPr>
          <a:xfrm flipH="1">
            <a:off x="7547400" y="4407840"/>
            <a:ext cx="1332360" cy="392400"/>
          </a:xfrm>
          <a:prstGeom prst="straightConnector1">
            <a:avLst/>
          </a:prstGeom>
          <a:ln w="9525">
            <a:solidFill>
              <a:srgbClr val="494949"/>
            </a:solidFill>
            <a:round/>
          </a:ln>
        </p:spPr>
      </p:cxnSp>
      <p:cxnSp>
        <p:nvCxnSpPr>
          <p:cNvPr id="322" name="Google Shape;882;p18"/>
          <p:cNvCxnSpPr/>
          <p:nvPr/>
        </p:nvCxnSpPr>
        <p:spPr>
          <a:xfrm flipH="1">
            <a:off x="8871840" y="3993480"/>
            <a:ext cx="274320" cy="407520"/>
          </a:xfrm>
          <a:prstGeom prst="straightConnector1">
            <a:avLst/>
          </a:prstGeom>
          <a:ln w="9525">
            <a:solidFill>
              <a:srgbClr val="494949"/>
            </a:solidFill>
            <a:round/>
          </a:ln>
        </p:spPr>
      </p:cxnSp>
      <p:grpSp>
        <p:nvGrpSpPr>
          <p:cNvPr id="323" name="Google Shape;883;p18"/>
          <p:cNvGrpSpPr/>
          <p:nvPr/>
        </p:nvGrpSpPr>
        <p:grpSpPr>
          <a:xfrm>
            <a:off x="7278840" y="4512960"/>
            <a:ext cx="581400" cy="582120"/>
            <a:chOff x="7278840" y="4512960"/>
            <a:chExt cx="581400" cy="582120"/>
          </a:xfrm>
        </p:grpSpPr>
        <p:sp>
          <p:nvSpPr>
            <p:cNvPr id="324" name="Google Shape;884;p18"/>
            <p:cNvSpPr/>
            <p:nvPr/>
          </p:nvSpPr>
          <p:spPr>
            <a:xfrm>
              <a:off x="7283520" y="4518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885;p18"/>
            <p:cNvSpPr/>
            <p:nvPr/>
          </p:nvSpPr>
          <p:spPr>
            <a:xfrm>
              <a:off x="7278840" y="4512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886;p18"/>
            <p:cNvSpPr/>
            <p:nvPr/>
          </p:nvSpPr>
          <p:spPr>
            <a:xfrm>
              <a:off x="7355880" y="4590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887;p18"/>
            <p:cNvSpPr/>
            <p:nvPr/>
          </p:nvSpPr>
          <p:spPr>
            <a:xfrm>
              <a:off x="7351560" y="4585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88;p18"/>
            <p:cNvSpPr/>
            <p:nvPr/>
          </p:nvSpPr>
          <p:spPr>
            <a:xfrm>
              <a:off x="7434360" y="4669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889;p18"/>
            <p:cNvSpPr/>
            <p:nvPr/>
          </p:nvSpPr>
          <p:spPr>
            <a:xfrm>
              <a:off x="7430040" y="4664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0" name="Google Shape;890;p18"/>
          <p:cNvGrpSpPr/>
          <p:nvPr/>
        </p:nvGrpSpPr>
        <p:grpSpPr>
          <a:xfrm>
            <a:off x="6099480" y="4340520"/>
            <a:ext cx="291600" cy="292320"/>
            <a:chOff x="6099480" y="4340520"/>
            <a:chExt cx="291600" cy="292320"/>
          </a:xfrm>
        </p:grpSpPr>
        <p:sp>
          <p:nvSpPr>
            <p:cNvPr id="331" name="Google Shape;891;p18"/>
            <p:cNvSpPr/>
            <p:nvPr/>
          </p:nvSpPr>
          <p:spPr>
            <a:xfrm>
              <a:off x="6104520" y="43455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892;p18"/>
            <p:cNvSpPr/>
            <p:nvPr/>
          </p:nvSpPr>
          <p:spPr>
            <a:xfrm>
              <a:off x="6099480" y="43405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893;p18"/>
            <p:cNvSpPr/>
            <p:nvPr/>
          </p:nvSpPr>
          <p:spPr>
            <a:xfrm>
              <a:off x="6166440" y="44074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894;p18"/>
            <p:cNvSpPr/>
            <p:nvPr/>
          </p:nvSpPr>
          <p:spPr>
            <a:xfrm>
              <a:off x="6161760" y="44028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5" name="Google Shape;895;p18"/>
          <p:cNvGrpSpPr/>
          <p:nvPr/>
        </p:nvGrpSpPr>
        <p:grpSpPr>
          <a:xfrm>
            <a:off x="8792640" y="4314960"/>
            <a:ext cx="174600" cy="174600"/>
            <a:chOff x="8792640" y="4314960"/>
            <a:chExt cx="174600" cy="174600"/>
          </a:xfrm>
        </p:grpSpPr>
        <p:sp>
          <p:nvSpPr>
            <p:cNvPr id="336" name="Google Shape;896;p18"/>
            <p:cNvSpPr/>
            <p:nvPr/>
          </p:nvSpPr>
          <p:spPr>
            <a:xfrm>
              <a:off x="8797320" y="432000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897;p18"/>
            <p:cNvSpPr/>
            <p:nvPr/>
          </p:nvSpPr>
          <p:spPr>
            <a:xfrm>
              <a:off x="8792640" y="43149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898;p18"/>
            <p:cNvSpPr/>
            <p:nvPr/>
          </p:nvSpPr>
          <p:spPr>
            <a:xfrm>
              <a:off x="8834040" y="435636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99;p18"/>
            <p:cNvSpPr/>
            <p:nvPr/>
          </p:nvSpPr>
          <p:spPr>
            <a:xfrm>
              <a:off x="8829000" y="43516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0" name="Google Shape;900;p18"/>
          <p:cNvGrpSpPr/>
          <p:nvPr/>
        </p:nvGrpSpPr>
        <p:grpSpPr>
          <a:xfrm>
            <a:off x="4972680" y="4657680"/>
            <a:ext cx="292680" cy="293040"/>
            <a:chOff x="4972680" y="4657680"/>
            <a:chExt cx="292680" cy="293040"/>
          </a:xfrm>
        </p:grpSpPr>
        <p:sp>
          <p:nvSpPr>
            <p:cNvPr id="341" name="Google Shape;901;p18"/>
            <p:cNvSpPr/>
            <p:nvPr/>
          </p:nvSpPr>
          <p:spPr>
            <a:xfrm>
              <a:off x="4975200" y="466020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902;p18"/>
            <p:cNvSpPr/>
            <p:nvPr/>
          </p:nvSpPr>
          <p:spPr>
            <a:xfrm>
              <a:off x="4972680" y="46576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903;p18"/>
            <p:cNvSpPr/>
            <p:nvPr/>
          </p:nvSpPr>
          <p:spPr>
            <a:xfrm>
              <a:off x="5011560" y="469656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904;p18"/>
            <p:cNvSpPr/>
            <p:nvPr/>
          </p:nvSpPr>
          <p:spPr>
            <a:xfrm>
              <a:off x="5009400" y="469404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905;p18"/>
            <p:cNvSpPr/>
            <p:nvPr/>
          </p:nvSpPr>
          <p:spPr>
            <a:xfrm>
              <a:off x="5051160" y="473616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906;p18"/>
            <p:cNvSpPr/>
            <p:nvPr/>
          </p:nvSpPr>
          <p:spPr>
            <a:xfrm>
              <a:off x="5049000" y="473400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907;p18"/>
          <p:cNvGrpSpPr/>
          <p:nvPr/>
        </p:nvGrpSpPr>
        <p:grpSpPr>
          <a:xfrm>
            <a:off x="8721720" y="4142520"/>
            <a:ext cx="174600" cy="26640"/>
            <a:chOff x="8721720" y="4142520"/>
            <a:chExt cx="174600" cy="26640"/>
          </a:xfrm>
        </p:grpSpPr>
        <p:sp>
          <p:nvSpPr>
            <p:cNvPr id="348" name="Google Shape;908;p18"/>
            <p:cNvSpPr/>
            <p:nvPr/>
          </p:nvSpPr>
          <p:spPr>
            <a:xfrm>
              <a:off x="872172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909;p18"/>
            <p:cNvSpPr/>
            <p:nvPr/>
          </p:nvSpPr>
          <p:spPr>
            <a:xfrm>
              <a:off x="87958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910;p18"/>
            <p:cNvSpPr/>
            <p:nvPr/>
          </p:nvSpPr>
          <p:spPr>
            <a:xfrm>
              <a:off x="88696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497" name="Google Shape;44;p3"/>
          <p:cNvGrpSpPr/>
          <p:nvPr/>
        </p:nvGrpSpPr>
        <p:grpSpPr>
          <a:xfrm>
            <a:off x="2132640" y="713160"/>
            <a:ext cx="4878360" cy="3716640"/>
            <a:chOff x="2132640" y="713160"/>
            <a:chExt cx="4878360" cy="3716640"/>
          </a:xfrm>
        </p:grpSpPr>
        <p:sp>
          <p:nvSpPr>
            <p:cNvPr id="498" name="Google Shape;45;p3"/>
            <p:cNvSpPr/>
            <p:nvPr/>
          </p:nvSpPr>
          <p:spPr>
            <a:xfrm>
              <a:off x="2132640" y="713520"/>
              <a:ext cx="4878360" cy="3715920"/>
            </a:xfrm>
            <a:custGeom>
              <a:avLst/>
              <a:gdLst>
                <a:gd name="textAreaLeft" fmla="*/ 0 w 4878360"/>
                <a:gd name="textAreaRight" fmla="*/ 4878720 w 4878360"/>
                <a:gd name="textAreaTop" fmla="*/ 0 h 3715920"/>
                <a:gd name="textAreaBottom" fmla="*/ 3716280 h 3715920"/>
              </a:gdLst>
              <a:ahLst/>
              <a:cxnLst/>
              <a:rect l="textAreaLeft" t="textAreaTop" r="textAreaRight" b="textAreaBottom"/>
              <a:pathLst>
                <a:path w="272401" h="207444">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46;p3"/>
            <p:cNvSpPr/>
            <p:nvPr/>
          </p:nvSpPr>
          <p:spPr>
            <a:xfrm>
              <a:off x="2198880" y="713160"/>
              <a:ext cx="4710240" cy="3716640"/>
            </a:xfrm>
            <a:custGeom>
              <a:avLst/>
              <a:gdLst>
                <a:gd name="textAreaLeft" fmla="*/ 0 w 4710240"/>
                <a:gd name="textAreaRight" fmla="*/ 4710600 w 4710240"/>
                <a:gd name="textAreaTop" fmla="*/ 0 h 3716640"/>
                <a:gd name="textAreaBottom" fmla="*/ 3717000 h 3716640"/>
              </a:gdLst>
              <a:ahLst/>
              <a:cxnLst/>
              <a:rect l="textAreaLeft" t="textAreaTop" r="textAreaRight" b="textAreaBottom"/>
              <a:pathLst>
                <a:path w="263009" h="20748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00" name="PlaceHolder 1"/>
          <p:cNvSpPr>
            <a:spLocks noGrp="1"/>
          </p:cNvSpPr>
          <p:nvPr>
            <p:ph type="title"/>
          </p:nvPr>
        </p:nvSpPr>
        <p:spPr>
          <a:xfrm>
            <a:off x="2971800" y="2231280"/>
            <a:ext cx="3200040" cy="804240"/>
          </a:xfrm>
          <a:prstGeom prst="rect">
            <a:avLst/>
          </a:prstGeom>
          <a:noFill/>
          <a:ln w="0">
            <a:noFill/>
          </a:ln>
        </p:spPr>
        <p:txBody>
          <a:bodyPr lIns="91440" tIns="91440" rIns="91440" bIns="91440" anchor="ctr">
            <a:noAutofit/>
          </a:bodyPr>
          <a:lstStyle/>
          <a:p>
            <a:pPr indent="0">
              <a:buNone/>
            </a:pPr>
            <a:r>
              <a:rPr lang="fr-FR" sz="3600" b="0" u="none" strike="noStrike">
                <a:solidFill>
                  <a:schemeClr val="dk1"/>
                </a:solidFill>
                <a:effectLst/>
                <a:uFillTx/>
                <a:latin typeface="Arial"/>
              </a:rPr>
              <a:t>Click to edit the title text format</a:t>
            </a:r>
          </a:p>
        </p:txBody>
      </p:sp>
      <p:sp>
        <p:nvSpPr>
          <p:cNvPr id="501" name="PlaceHolder 2"/>
          <p:cNvSpPr>
            <a:spLocks noGrp="1"/>
          </p:cNvSpPr>
          <p:nvPr>
            <p:ph type="title"/>
          </p:nvPr>
        </p:nvSpPr>
        <p:spPr>
          <a:xfrm>
            <a:off x="2971800" y="1161360"/>
            <a:ext cx="2967120" cy="106956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grpSp>
        <p:nvGrpSpPr>
          <p:cNvPr id="502" name="Google Shape;50;p3"/>
          <p:cNvGrpSpPr/>
          <p:nvPr/>
        </p:nvGrpSpPr>
        <p:grpSpPr>
          <a:xfrm>
            <a:off x="432720" y="0"/>
            <a:ext cx="8278200" cy="5165640"/>
            <a:chOff x="432720" y="0"/>
            <a:chExt cx="8278200" cy="5165640"/>
          </a:xfrm>
        </p:grpSpPr>
        <p:cxnSp>
          <p:nvCxnSpPr>
            <p:cNvPr id="503" name="Google Shape;51;p3"/>
            <p:cNvCxnSpPr/>
            <p:nvPr/>
          </p:nvCxnSpPr>
          <p:spPr>
            <a:xfrm flipV="1">
              <a:off x="8420040" y="2664000"/>
              <a:ext cx="360" cy="2502000"/>
            </a:xfrm>
            <a:prstGeom prst="straightConnector1">
              <a:avLst/>
            </a:prstGeom>
            <a:ln w="9525">
              <a:solidFill>
                <a:srgbClr val="3D3D3D"/>
              </a:solidFill>
              <a:round/>
            </a:ln>
          </p:spPr>
        </p:cxnSp>
        <p:grpSp>
          <p:nvGrpSpPr>
            <p:cNvPr id="504" name="Google Shape;52;p3"/>
            <p:cNvGrpSpPr/>
            <p:nvPr/>
          </p:nvGrpSpPr>
          <p:grpSpPr>
            <a:xfrm>
              <a:off x="8129520" y="4292280"/>
              <a:ext cx="581400" cy="582120"/>
              <a:chOff x="8129520" y="4292280"/>
              <a:chExt cx="581400" cy="582120"/>
            </a:xfrm>
          </p:grpSpPr>
          <p:sp>
            <p:nvSpPr>
              <p:cNvPr id="505" name="Google Shape;53;p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54;p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55;p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56;p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57;p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58;p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1" name="Google Shape;59;p3"/>
            <p:cNvGrpSpPr/>
            <p:nvPr/>
          </p:nvGrpSpPr>
          <p:grpSpPr>
            <a:xfrm>
              <a:off x="8274240" y="3720600"/>
              <a:ext cx="291600" cy="292320"/>
              <a:chOff x="8274240" y="3720600"/>
              <a:chExt cx="291600" cy="292320"/>
            </a:xfrm>
          </p:grpSpPr>
          <p:sp>
            <p:nvSpPr>
              <p:cNvPr id="512" name="Google Shape;60;p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3" name="Google Shape;61;p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62;p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63;p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6" name="Google Shape;64;p3"/>
            <p:cNvGrpSpPr/>
            <p:nvPr/>
          </p:nvGrpSpPr>
          <p:grpSpPr>
            <a:xfrm>
              <a:off x="8332920" y="3212640"/>
              <a:ext cx="174600" cy="174600"/>
              <a:chOff x="8332920" y="3212640"/>
              <a:chExt cx="174600" cy="174600"/>
            </a:xfrm>
          </p:grpSpPr>
          <p:sp>
            <p:nvSpPr>
              <p:cNvPr id="517" name="Google Shape;65;p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66;p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67;p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68;p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21" name="Google Shape;69;p3"/>
            <p:cNvCxnSpPr/>
            <p:nvPr/>
          </p:nvCxnSpPr>
          <p:spPr>
            <a:xfrm>
              <a:off x="723600" y="360"/>
              <a:ext cx="360" cy="2502000"/>
            </a:xfrm>
            <a:prstGeom prst="straightConnector1">
              <a:avLst/>
            </a:prstGeom>
            <a:ln w="9525">
              <a:solidFill>
                <a:srgbClr val="3D3D3D"/>
              </a:solidFill>
              <a:round/>
            </a:ln>
          </p:spPr>
        </p:cxnSp>
        <p:grpSp>
          <p:nvGrpSpPr>
            <p:cNvPr id="522" name="Google Shape;70;p3"/>
            <p:cNvGrpSpPr/>
            <p:nvPr/>
          </p:nvGrpSpPr>
          <p:grpSpPr>
            <a:xfrm>
              <a:off x="433080" y="291960"/>
              <a:ext cx="581400" cy="582120"/>
              <a:chOff x="433080" y="291960"/>
              <a:chExt cx="581400" cy="582120"/>
            </a:xfrm>
          </p:grpSpPr>
          <p:sp>
            <p:nvSpPr>
              <p:cNvPr id="523" name="Google Shape;71;p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4" name="Google Shape;72;p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73;p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74;p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5;p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6;p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9" name="Google Shape;77;p3"/>
            <p:cNvGrpSpPr/>
            <p:nvPr/>
          </p:nvGrpSpPr>
          <p:grpSpPr>
            <a:xfrm>
              <a:off x="578160" y="1153440"/>
              <a:ext cx="291600" cy="292320"/>
              <a:chOff x="578160" y="1153440"/>
              <a:chExt cx="291600" cy="292320"/>
            </a:xfrm>
          </p:grpSpPr>
          <p:sp>
            <p:nvSpPr>
              <p:cNvPr id="530" name="Google Shape;78;p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1" name="Google Shape;79;p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80;p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1;p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4" name="Google Shape;82;p3"/>
            <p:cNvGrpSpPr/>
            <p:nvPr/>
          </p:nvGrpSpPr>
          <p:grpSpPr>
            <a:xfrm>
              <a:off x="636480" y="1779120"/>
              <a:ext cx="174600" cy="174600"/>
              <a:chOff x="636480" y="1779120"/>
              <a:chExt cx="174600" cy="174600"/>
            </a:xfrm>
          </p:grpSpPr>
          <p:sp>
            <p:nvSpPr>
              <p:cNvPr id="535" name="Google Shape;83;p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4;p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85;p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6;p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9" name="Google Shape;87;p3"/>
            <p:cNvGrpSpPr/>
            <p:nvPr/>
          </p:nvGrpSpPr>
          <p:grpSpPr>
            <a:xfrm>
              <a:off x="432720" y="2003040"/>
              <a:ext cx="174960" cy="26640"/>
              <a:chOff x="432720" y="2003040"/>
              <a:chExt cx="174960" cy="26640"/>
            </a:xfrm>
          </p:grpSpPr>
          <p:sp>
            <p:nvSpPr>
              <p:cNvPr id="540" name="Google Shape;88;p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89;p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90;p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3" name="Google Shape;91;p3"/>
            <p:cNvGrpSpPr/>
            <p:nvPr/>
          </p:nvGrpSpPr>
          <p:grpSpPr>
            <a:xfrm>
              <a:off x="788040" y="208440"/>
              <a:ext cx="174600" cy="26640"/>
              <a:chOff x="788040" y="208440"/>
              <a:chExt cx="174600" cy="26640"/>
            </a:xfrm>
          </p:grpSpPr>
          <p:sp>
            <p:nvSpPr>
              <p:cNvPr id="544" name="Google Shape;92;p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93;p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94;p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7" name="Google Shape;95;p3"/>
            <p:cNvGrpSpPr/>
            <p:nvPr/>
          </p:nvGrpSpPr>
          <p:grpSpPr>
            <a:xfrm>
              <a:off x="8129520" y="4988880"/>
              <a:ext cx="174600" cy="26640"/>
              <a:chOff x="8129520" y="4988880"/>
              <a:chExt cx="174600" cy="26640"/>
            </a:xfrm>
          </p:grpSpPr>
          <p:sp>
            <p:nvSpPr>
              <p:cNvPr id="548" name="Google Shape;96;p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97;p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98;p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1" name="Google Shape;99;p3"/>
            <p:cNvGrpSpPr/>
            <p:nvPr/>
          </p:nvGrpSpPr>
          <p:grpSpPr>
            <a:xfrm>
              <a:off x="8497440" y="3429360"/>
              <a:ext cx="174600" cy="26640"/>
              <a:chOff x="8497440" y="3429360"/>
              <a:chExt cx="174600" cy="26640"/>
            </a:xfrm>
          </p:grpSpPr>
          <p:sp>
            <p:nvSpPr>
              <p:cNvPr id="552" name="Google Shape;100;p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01;p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02;p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55" name="Google Shape;103;p3"/>
            <p:cNvCxnSpPr/>
            <p:nvPr/>
          </p:nvCxnSpPr>
          <p:spPr>
            <a:xfrm>
              <a:off x="8407080" y="0"/>
              <a:ext cx="360" cy="2161080"/>
            </a:xfrm>
            <a:prstGeom prst="straightConnector1">
              <a:avLst/>
            </a:prstGeom>
            <a:ln w="9525">
              <a:solidFill>
                <a:srgbClr val="3D3D3D"/>
              </a:solidFill>
              <a:round/>
            </a:ln>
          </p:spPr>
        </p:cxnSp>
        <p:cxnSp>
          <p:nvCxnSpPr>
            <p:cNvPr id="556" name="Google Shape;104;p3"/>
            <p:cNvCxnSpPr/>
            <p:nvPr/>
          </p:nvCxnSpPr>
          <p:spPr>
            <a:xfrm>
              <a:off x="717840" y="2985480"/>
              <a:ext cx="360" cy="2161080"/>
            </a:xfrm>
            <a:prstGeom prst="straightConnector1">
              <a:avLst/>
            </a:prstGeom>
            <a:ln w="9525">
              <a:solidFill>
                <a:srgbClr val="3D3D3D"/>
              </a:solidFill>
              <a:round/>
            </a:ln>
          </p:spPr>
        </p:cxnSp>
        <p:sp>
          <p:nvSpPr>
            <p:cNvPr id="557" name="Google Shape;105;p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6;p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07;p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08;p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561" name="PlaceHolder 1"/>
          <p:cNvSpPr>
            <a:spLocks noGrp="1"/>
          </p:cNvSpPr>
          <p:nvPr>
            <p:ph type="title"/>
          </p:nvPr>
        </p:nvSpPr>
        <p:spPr>
          <a:xfrm>
            <a:off x="2962800" y="338400"/>
            <a:ext cx="321840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562" name="Google Shape;1064;p21"/>
          <p:cNvGrpSpPr/>
          <p:nvPr/>
        </p:nvGrpSpPr>
        <p:grpSpPr>
          <a:xfrm>
            <a:off x="262080" y="-1080"/>
            <a:ext cx="8550000" cy="3981240"/>
            <a:chOff x="262080" y="-1080"/>
            <a:chExt cx="8550000" cy="3981240"/>
          </a:xfrm>
        </p:grpSpPr>
        <p:cxnSp>
          <p:nvCxnSpPr>
            <p:cNvPr id="563" name="Google Shape;1065;p21"/>
            <p:cNvCxnSpPr/>
            <p:nvPr/>
          </p:nvCxnSpPr>
          <p:spPr>
            <a:xfrm>
              <a:off x="515880" y="-1080"/>
              <a:ext cx="360" cy="3981600"/>
            </a:xfrm>
            <a:prstGeom prst="straightConnector1">
              <a:avLst/>
            </a:prstGeom>
            <a:ln w="9525">
              <a:solidFill>
                <a:srgbClr val="494949"/>
              </a:solidFill>
              <a:round/>
            </a:ln>
          </p:spPr>
        </p:cxnSp>
        <p:cxnSp>
          <p:nvCxnSpPr>
            <p:cNvPr id="564" name="Google Shape;1066;p21"/>
            <p:cNvCxnSpPr/>
            <p:nvPr/>
          </p:nvCxnSpPr>
          <p:spPr>
            <a:xfrm>
              <a:off x="8665920" y="-1080"/>
              <a:ext cx="360" cy="1902240"/>
            </a:xfrm>
            <a:prstGeom prst="straightConnector1">
              <a:avLst/>
            </a:prstGeom>
            <a:ln w="9525">
              <a:solidFill>
                <a:srgbClr val="494949"/>
              </a:solidFill>
              <a:round/>
            </a:ln>
          </p:spPr>
        </p:cxnSp>
        <p:grpSp>
          <p:nvGrpSpPr>
            <p:cNvPr id="565" name="Google Shape;1067;p21"/>
            <p:cNvGrpSpPr/>
            <p:nvPr/>
          </p:nvGrpSpPr>
          <p:grpSpPr>
            <a:xfrm>
              <a:off x="343440" y="3301200"/>
              <a:ext cx="344520" cy="344880"/>
              <a:chOff x="343440" y="3301200"/>
              <a:chExt cx="344520" cy="344880"/>
            </a:xfrm>
          </p:grpSpPr>
          <p:sp>
            <p:nvSpPr>
              <p:cNvPr id="566" name="Google Shape;1068;p21"/>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1069;p21"/>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8" name="Google Shape;1070;p21"/>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9" name="Google Shape;1071;p21"/>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0" name="Google Shape;1072;p21"/>
            <p:cNvGrpSpPr/>
            <p:nvPr/>
          </p:nvGrpSpPr>
          <p:grpSpPr>
            <a:xfrm>
              <a:off x="8520480" y="714960"/>
              <a:ext cx="291600" cy="292320"/>
              <a:chOff x="8520480" y="714960"/>
              <a:chExt cx="291600" cy="292320"/>
            </a:xfrm>
          </p:grpSpPr>
          <p:sp>
            <p:nvSpPr>
              <p:cNvPr id="571" name="Google Shape;1073;p21"/>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1074;p21"/>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3" name="Google Shape;1075;p21"/>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4" name="Google Shape;1076;p21"/>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5" name="Google Shape;1077;p21"/>
            <p:cNvGrpSpPr/>
            <p:nvPr/>
          </p:nvGrpSpPr>
          <p:grpSpPr>
            <a:xfrm>
              <a:off x="262080" y="465480"/>
              <a:ext cx="507240" cy="507600"/>
              <a:chOff x="262080" y="465480"/>
              <a:chExt cx="507240" cy="507600"/>
            </a:xfrm>
          </p:grpSpPr>
          <p:sp>
            <p:nvSpPr>
              <p:cNvPr id="576" name="Google Shape;1078;p21"/>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7" name="Google Shape;1079;p21"/>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1080;p21"/>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9" name="Google Shape;1081;p21"/>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1082;p21"/>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1" name="Google Shape;1083;p21"/>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sp>
        <p:nvSpPr>
          <p:cNvPr id="624" name="PlaceHolder 1"/>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625" name="PlaceHolder 2"/>
          <p:cNvSpPr>
            <a:spLocks noGrp="1"/>
          </p:cNvSpPr>
          <p:nvPr>
            <p:ph type="body"/>
          </p:nvPr>
        </p:nvSpPr>
        <p:spPr>
          <a:xfrm>
            <a:off x="714600" y="1152000"/>
            <a:ext cx="7705080" cy="352908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26"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627" name="Google Shape;1143;p23"/>
          <p:cNvCxnSpPr/>
          <p:nvPr/>
        </p:nvCxnSpPr>
        <p:spPr>
          <a:xfrm flipV="1">
            <a:off x="0" y="4332240"/>
            <a:ext cx="446760" cy="664560"/>
          </a:xfrm>
          <a:prstGeom prst="straightConnector1">
            <a:avLst/>
          </a:prstGeom>
          <a:ln w="9525">
            <a:solidFill>
              <a:srgbClr val="3D3D3D"/>
            </a:solidFill>
            <a:round/>
          </a:ln>
        </p:spPr>
      </p:cxnSp>
      <p:grpSp>
        <p:nvGrpSpPr>
          <p:cNvPr id="628" name="Google Shape;1144;p23"/>
          <p:cNvGrpSpPr/>
          <p:nvPr/>
        </p:nvGrpSpPr>
        <p:grpSpPr>
          <a:xfrm>
            <a:off x="300600" y="4167720"/>
            <a:ext cx="291600" cy="292320"/>
            <a:chOff x="300600" y="4167720"/>
            <a:chExt cx="291600" cy="292320"/>
          </a:xfrm>
        </p:grpSpPr>
        <p:sp>
          <p:nvSpPr>
            <p:cNvPr id="629"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0"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1"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2"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3" name="Google Shape;1149;p23"/>
          <p:cNvGrpSpPr/>
          <p:nvPr/>
        </p:nvGrpSpPr>
        <p:grpSpPr>
          <a:xfrm>
            <a:off x="148320" y="3224160"/>
            <a:ext cx="292680" cy="293040"/>
            <a:chOff x="148320" y="3224160"/>
            <a:chExt cx="292680" cy="293040"/>
          </a:xfrm>
        </p:grpSpPr>
        <p:sp>
          <p:nvSpPr>
            <p:cNvPr id="634"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5"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6"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7"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8"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40"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641" name="Google Shape;1157;p23"/>
          <p:cNvCxnSpPr/>
          <p:nvPr/>
        </p:nvCxnSpPr>
        <p:spPr>
          <a:xfrm flipH="1">
            <a:off x="8353800" y="-6480"/>
            <a:ext cx="792000" cy="836280"/>
          </a:xfrm>
          <a:prstGeom prst="straightConnector1">
            <a:avLst/>
          </a:prstGeom>
          <a:ln w="9525">
            <a:solidFill>
              <a:srgbClr val="3D3D3D"/>
            </a:solidFill>
            <a:round/>
          </a:ln>
        </p:spPr>
      </p:cxnSp>
      <p:grpSp>
        <p:nvGrpSpPr>
          <p:cNvPr id="642" name="Google Shape;1158;p23"/>
          <p:cNvGrpSpPr/>
          <p:nvPr/>
        </p:nvGrpSpPr>
        <p:grpSpPr>
          <a:xfrm>
            <a:off x="8064360" y="527040"/>
            <a:ext cx="581400" cy="582120"/>
            <a:chOff x="8064360" y="527040"/>
            <a:chExt cx="581400" cy="582120"/>
          </a:xfrm>
        </p:grpSpPr>
        <p:sp>
          <p:nvSpPr>
            <p:cNvPr id="643"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4"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5"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6"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8"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49" name="Google Shape;1165;p23"/>
          <p:cNvGrpSpPr/>
          <p:nvPr/>
        </p:nvGrpSpPr>
        <p:grpSpPr>
          <a:xfrm>
            <a:off x="7034040" y="171000"/>
            <a:ext cx="291600" cy="292320"/>
            <a:chOff x="7034040" y="171000"/>
            <a:chExt cx="291600" cy="292320"/>
          </a:xfrm>
        </p:grpSpPr>
        <p:sp>
          <p:nvSpPr>
            <p:cNvPr id="650"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1"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2"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3"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4" name="Google Shape;1170;p23"/>
          <p:cNvGrpSpPr/>
          <p:nvPr/>
        </p:nvGrpSpPr>
        <p:grpSpPr>
          <a:xfrm>
            <a:off x="8758080" y="229680"/>
            <a:ext cx="174600" cy="174600"/>
            <a:chOff x="8758080" y="229680"/>
            <a:chExt cx="174600" cy="174600"/>
          </a:xfrm>
        </p:grpSpPr>
        <p:sp>
          <p:nvSpPr>
            <p:cNvPr id="655"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6"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8"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9" name="Google Shape;1175;p23"/>
          <p:cNvGrpSpPr/>
          <p:nvPr/>
        </p:nvGrpSpPr>
        <p:grpSpPr>
          <a:xfrm>
            <a:off x="8489880" y="171000"/>
            <a:ext cx="174960" cy="26640"/>
            <a:chOff x="8489880" y="171000"/>
            <a:chExt cx="174960" cy="26640"/>
          </a:xfrm>
        </p:grpSpPr>
        <p:sp>
          <p:nvSpPr>
            <p:cNvPr id="660" name="Google Shape;1176;p23"/>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1177;p23"/>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178;p23"/>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3" name="Google Shape;1179;p23"/>
          <p:cNvGrpSpPr/>
          <p:nvPr/>
        </p:nvGrpSpPr>
        <p:grpSpPr>
          <a:xfrm>
            <a:off x="7916400" y="1124640"/>
            <a:ext cx="174600" cy="26640"/>
            <a:chOff x="7916400" y="1124640"/>
            <a:chExt cx="174600" cy="26640"/>
          </a:xfrm>
        </p:grpSpPr>
        <p:sp>
          <p:nvSpPr>
            <p:cNvPr id="664" name="Google Shape;1180;p23"/>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1181;p23"/>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182;p23"/>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4">
    <p:bg>
      <p:bgPr>
        <a:solidFill>
          <a:schemeClr val="lt1"/>
        </a:solidFill>
        <a:effectLst/>
      </p:bgPr>
    </p:bg>
    <p:spTree>
      <p:nvGrpSpPr>
        <p:cNvPr id="1" name=""/>
        <p:cNvGrpSpPr/>
        <p:nvPr/>
      </p:nvGrpSpPr>
      <p:grpSpPr>
        <a:xfrm>
          <a:off x="0" y="0"/>
          <a:ext cx="0" cy="0"/>
          <a:chOff x="0" y="0"/>
          <a:chExt cx="0" cy="0"/>
        </a:xfrm>
      </p:grpSpPr>
      <p:sp>
        <p:nvSpPr>
          <p:cNvPr id="667" name="PlaceHolder 1"/>
          <p:cNvSpPr>
            <a:spLocks noGrp="1"/>
          </p:cNvSpPr>
          <p:nvPr>
            <p:ph type="body"/>
          </p:nvPr>
        </p:nvSpPr>
        <p:spPr>
          <a:xfrm>
            <a:off x="586800" y="974520"/>
            <a:ext cx="3194280" cy="3194280"/>
          </a:xfrm>
          <a:prstGeom prst="rect">
            <a:avLst/>
          </a:prstGeom>
          <a:noFill/>
          <a:ln w="0">
            <a:noFill/>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68" name="PlaceHolder 2"/>
          <p:cNvSpPr>
            <a:spLocks noGrp="1"/>
          </p:cNvSpPr>
          <p:nvPr>
            <p:ph type="title"/>
          </p:nvPr>
        </p:nvSpPr>
        <p:spPr>
          <a:xfrm>
            <a:off x="4170600" y="1369080"/>
            <a:ext cx="3879360" cy="738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669" name="PlaceHolder 3"/>
          <p:cNvSpPr>
            <a:spLocks noGrp="1"/>
          </p:cNvSpPr>
          <p:nvPr>
            <p:ph type="body"/>
          </p:nvPr>
        </p:nvSpPr>
        <p:spPr>
          <a:xfrm>
            <a:off x="4170600" y="2107800"/>
            <a:ext cx="3879360" cy="169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70" name="Google Shape;1187;p24"/>
          <p:cNvCxnSpPr/>
          <p:nvPr/>
        </p:nvCxnSpPr>
        <p:spPr>
          <a:xfrm flipH="1">
            <a:off x="5825520" y="446760"/>
            <a:ext cx="1672560" cy="126360"/>
          </a:xfrm>
          <a:prstGeom prst="straightConnector1">
            <a:avLst/>
          </a:prstGeom>
          <a:ln w="9525">
            <a:solidFill>
              <a:srgbClr val="3D3D3D"/>
            </a:solidFill>
            <a:round/>
          </a:ln>
        </p:spPr>
      </p:cxnSp>
      <p:cxnSp>
        <p:nvCxnSpPr>
          <p:cNvPr id="671" name="Google Shape;1188;p24"/>
          <p:cNvCxnSpPr/>
          <p:nvPr/>
        </p:nvCxnSpPr>
        <p:spPr>
          <a:xfrm flipH="1" flipV="1">
            <a:off x="7511400" y="453240"/>
            <a:ext cx="829800" cy="743760"/>
          </a:xfrm>
          <a:prstGeom prst="straightConnector1">
            <a:avLst/>
          </a:prstGeom>
          <a:ln w="9525">
            <a:solidFill>
              <a:srgbClr val="3D3D3D"/>
            </a:solidFill>
            <a:round/>
          </a:ln>
        </p:spPr>
      </p:cxnSp>
      <p:cxnSp>
        <p:nvCxnSpPr>
          <p:cNvPr id="672" name="Google Shape;1189;p24"/>
          <p:cNvCxnSpPr/>
          <p:nvPr/>
        </p:nvCxnSpPr>
        <p:spPr>
          <a:xfrm flipH="1">
            <a:off x="8347320" y="-10800"/>
            <a:ext cx="797040" cy="1188000"/>
          </a:xfrm>
          <a:prstGeom prst="straightConnector1">
            <a:avLst/>
          </a:prstGeom>
          <a:ln w="9525">
            <a:solidFill>
              <a:srgbClr val="3D3D3D"/>
            </a:solidFill>
            <a:round/>
          </a:ln>
        </p:spPr>
      </p:cxnSp>
      <p:grpSp>
        <p:nvGrpSpPr>
          <p:cNvPr id="673" name="Google Shape;1190;p24"/>
          <p:cNvGrpSpPr/>
          <p:nvPr/>
        </p:nvGrpSpPr>
        <p:grpSpPr>
          <a:xfrm>
            <a:off x="8062920" y="883440"/>
            <a:ext cx="581400" cy="582120"/>
            <a:chOff x="8062920" y="883440"/>
            <a:chExt cx="581400" cy="582120"/>
          </a:xfrm>
        </p:grpSpPr>
        <p:sp>
          <p:nvSpPr>
            <p:cNvPr id="674" name="Google Shape;1191;p24"/>
            <p:cNvSpPr/>
            <p:nvPr/>
          </p:nvSpPr>
          <p:spPr>
            <a:xfrm>
              <a:off x="8067240" y="8884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5" name="Google Shape;1192;p24"/>
            <p:cNvSpPr/>
            <p:nvPr/>
          </p:nvSpPr>
          <p:spPr>
            <a:xfrm>
              <a:off x="8062920" y="8834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6" name="Google Shape;1193;p24"/>
            <p:cNvSpPr/>
            <p:nvPr/>
          </p:nvSpPr>
          <p:spPr>
            <a:xfrm>
              <a:off x="8139600" y="9608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7" name="Google Shape;1194;p24"/>
            <p:cNvSpPr/>
            <p:nvPr/>
          </p:nvSpPr>
          <p:spPr>
            <a:xfrm>
              <a:off x="8135280" y="9558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1195;p24"/>
            <p:cNvSpPr/>
            <p:nvPr/>
          </p:nvSpPr>
          <p:spPr>
            <a:xfrm>
              <a:off x="8218440" y="10396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9" name="Google Shape;1196;p24"/>
            <p:cNvSpPr/>
            <p:nvPr/>
          </p:nvSpPr>
          <p:spPr>
            <a:xfrm>
              <a:off x="8213760" y="10350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0" name="Google Shape;1197;p24"/>
          <p:cNvGrpSpPr/>
          <p:nvPr/>
        </p:nvGrpSpPr>
        <p:grpSpPr>
          <a:xfrm>
            <a:off x="7351560" y="311760"/>
            <a:ext cx="291600" cy="292320"/>
            <a:chOff x="7351560" y="311760"/>
            <a:chExt cx="291600" cy="292320"/>
          </a:xfrm>
        </p:grpSpPr>
        <p:sp>
          <p:nvSpPr>
            <p:cNvPr id="681" name="Google Shape;1198;p24"/>
            <p:cNvSpPr/>
            <p:nvPr/>
          </p:nvSpPr>
          <p:spPr>
            <a:xfrm>
              <a:off x="7356600" y="3168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2" name="Google Shape;1199;p24"/>
            <p:cNvSpPr/>
            <p:nvPr/>
          </p:nvSpPr>
          <p:spPr>
            <a:xfrm>
              <a:off x="7351560" y="3117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3" name="Google Shape;1200;p24"/>
            <p:cNvSpPr/>
            <p:nvPr/>
          </p:nvSpPr>
          <p:spPr>
            <a:xfrm>
              <a:off x="7418520" y="37872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1201;p24"/>
            <p:cNvSpPr/>
            <p:nvPr/>
          </p:nvSpPr>
          <p:spPr>
            <a:xfrm>
              <a:off x="7413840" y="374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5" name="Google Shape;1202;p24"/>
          <p:cNvSpPr/>
          <p:nvPr/>
        </p:nvSpPr>
        <p:spPr>
          <a:xfrm>
            <a:off x="5689080" y="4215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1203;p24"/>
          <p:cNvSpPr/>
          <p:nvPr/>
        </p:nvSpPr>
        <p:spPr>
          <a:xfrm>
            <a:off x="5686920" y="4190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7" name="Google Shape;1204;p24"/>
          <p:cNvSpPr/>
          <p:nvPr/>
        </p:nvSpPr>
        <p:spPr>
          <a:xfrm>
            <a:off x="5725440" y="4579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1205;p24"/>
          <p:cNvSpPr/>
          <p:nvPr/>
        </p:nvSpPr>
        <p:spPr>
          <a:xfrm>
            <a:off x="5723280" y="4554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9" name="Google Shape;1206;p24"/>
          <p:cNvSpPr/>
          <p:nvPr/>
        </p:nvSpPr>
        <p:spPr>
          <a:xfrm>
            <a:off x="5765040" y="4975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1207;p24"/>
          <p:cNvSpPr/>
          <p:nvPr/>
        </p:nvSpPr>
        <p:spPr>
          <a:xfrm>
            <a:off x="5762880" y="4953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91" name="Google Shape;1208;p24"/>
          <p:cNvGrpSpPr/>
          <p:nvPr/>
        </p:nvGrpSpPr>
        <p:grpSpPr>
          <a:xfrm>
            <a:off x="5441760" y="284760"/>
            <a:ext cx="174600" cy="26640"/>
            <a:chOff x="5441760" y="284760"/>
            <a:chExt cx="174600" cy="26640"/>
          </a:xfrm>
        </p:grpSpPr>
        <p:sp>
          <p:nvSpPr>
            <p:cNvPr id="692" name="Google Shape;1209;p24"/>
            <p:cNvSpPr/>
            <p:nvPr/>
          </p:nvSpPr>
          <p:spPr>
            <a:xfrm>
              <a:off x="544176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1210;p24"/>
            <p:cNvSpPr/>
            <p:nvPr/>
          </p:nvSpPr>
          <p:spPr>
            <a:xfrm>
              <a:off x="55159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11;p24"/>
            <p:cNvSpPr/>
            <p:nvPr/>
          </p:nvSpPr>
          <p:spPr>
            <a:xfrm>
              <a:off x="55897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5" name="Google Shape;1212;p24"/>
          <p:cNvGrpSpPr/>
          <p:nvPr/>
        </p:nvGrpSpPr>
        <p:grpSpPr>
          <a:xfrm>
            <a:off x="8488440" y="166680"/>
            <a:ext cx="174960" cy="26640"/>
            <a:chOff x="8488440" y="166680"/>
            <a:chExt cx="174960" cy="26640"/>
          </a:xfrm>
        </p:grpSpPr>
        <p:sp>
          <p:nvSpPr>
            <p:cNvPr id="696" name="Google Shape;1213;p24"/>
            <p:cNvSpPr/>
            <p:nvPr/>
          </p:nvSpPr>
          <p:spPr>
            <a:xfrm>
              <a:off x="848844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214;p24"/>
            <p:cNvSpPr/>
            <p:nvPr/>
          </p:nvSpPr>
          <p:spPr>
            <a:xfrm>
              <a:off x="856260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15;p24"/>
            <p:cNvSpPr/>
            <p:nvPr/>
          </p:nvSpPr>
          <p:spPr>
            <a:xfrm>
              <a:off x="863676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99" name="Google Shape;1216;p24"/>
          <p:cNvCxnSpPr/>
          <p:nvPr/>
        </p:nvCxnSpPr>
        <p:spPr>
          <a:xfrm flipH="1">
            <a:off x="7195320" y="4212360"/>
            <a:ext cx="1157400" cy="542880"/>
          </a:xfrm>
          <a:prstGeom prst="straightConnector1">
            <a:avLst/>
          </a:prstGeom>
          <a:ln w="9525">
            <a:solidFill>
              <a:srgbClr val="3D3D3D"/>
            </a:solidFill>
            <a:round/>
          </a:ln>
        </p:spPr>
      </p:cxnSp>
      <p:cxnSp>
        <p:nvCxnSpPr>
          <p:cNvPr id="700" name="Google Shape;1217;p24"/>
          <p:cNvCxnSpPr/>
          <p:nvPr/>
        </p:nvCxnSpPr>
        <p:spPr>
          <a:xfrm flipH="1" flipV="1">
            <a:off x="8352360" y="4220280"/>
            <a:ext cx="792000" cy="836640"/>
          </a:xfrm>
          <a:prstGeom prst="straightConnector1">
            <a:avLst/>
          </a:prstGeom>
          <a:ln w="9525">
            <a:solidFill>
              <a:srgbClr val="3D3D3D"/>
            </a:solidFill>
            <a:round/>
          </a:ln>
        </p:spPr>
      </p:cxnSp>
      <p:grpSp>
        <p:nvGrpSpPr>
          <p:cNvPr id="701" name="Google Shape;1218;p24"/>
          <p:cNvGrpSpPr/>
          <p:nvPr/>
        </p:nvGrpSpPr>
        <p:grpSpPr>
          <a:xfrm>
            <a:off x="8062920" y="3940560"/>
            <a:ext cx="581400" cy="582120"/>
            <a:chOff x="8062920" y="3940560"/>
            <a:chExt cx="581400" cy="582120"/>
          </a:xfrm>
        </p:grpSpPr>
        <p:sp>
          <p:nvSpPr>
            <p:cNvPr id="702" name="Google Shape;1219;p24"/>
            <p:cNvSpPr/>
            <p:nvPr/>
          </p:nvSpPr>
          <p:spPr>
            <a:xfrm flipV="1">
              <a:off x="8067240" y="394524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3" name="Google Shape;1220;p24"/>
            <p:cNvSpPr/>
            <p:nvPr/>
          </p:nvSpPr>
          <p:spPr>
            <a:xfrm flipV="1">
              <a:off x="8062920" y="394020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221;p24"/>
            <p:cNvSpPr/>
            <p:nvPr/>
          </p:nvSpPr>
          <p:spPr>
            <a:xfrm flipV="1">
              <a:off x="8139600" y="401832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222;p24"/>
            <p:cNvSpPr/>
            <p:nvPr/>
          </p:nvSpPr>
          <p:spPr>
            <a:xfrm flipV="1">
              <a:off x="8135280" y="40132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223;p24"/>
            <p:cNvSpPr/>
            <p:nvPr/>
          </p:nvSpPr>
          <p:spPr>
            <a:xfrm flipV="1">
              <a:off x="8218440" y="409680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7" name="Google Shape;1224;p24"/>
            <p:cNvSpPr/>
            <p:nvPr/>
          </p:nvSpPr>
          <p:spPr>
            <a:xfrm flipV="1">
              <a:off x="8213760" y="409176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8" name="Google Shape;1225;p24"/>
          <p:cNvGrpSpPr/>
          <p:nvPr/>
        </p:nvGrpSpPr>
        <p:grpSpPr>
          <a:xfrm>
            <a:off x="7032240" y="4586760"/>
            <a:ext cx="291600" cy="292320"/>
            <a:chOff x="7032240" y="4586760"/>
            <a:chExt cx="291600" cy="292320"/>
          </a:xfrm>
        </p:grpSpPr>
        <p:sp>
          <p:nvSpPr>
            <p:cNvPr id="709" name="Google Shape;1226;p24"/>
            <p:cNvSpPr/>
            <p:nvPr/>
          </p:nvSpPr>
          <p:spPr>
            <a:xfrm flipV="1">
              <a:off x="7037280" y="459180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1227;p24"/>
            <p:cNvSpPr/>
            <p:nvPr/>
          </p:nvSpPr>
          <p:spPr>
            <a:xfrm flipV="1">
              <a:off x="7032240" y="458676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1" name="Google Shape;1228;p24"/>
            <p:cNvSpPr/>
            <p:nvPr/>
          </p:nvSpPr>
          <p:spPr>
            <a:xfrm flipV="1">
              <a:off x="7099200" y="465336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1229;p24"/>
            <p:cNvSpPr/>
            <p:nvPr/>
          </p:nvSpPr>
          <p:spPr>
            <a:xfrm flipV="1">
              <a:off x="7094880" y="464832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3" name="Google Shape;1230;p24"/>
          <p:cNvGrpSpPr/>
          <p:nvPr/>
        </p:nvGrpSpPr>
        <p:grpSpPr>
          <a:xfrm>
            <a:off x="8756640" y="4645080"/>
            <a:ext cx="174600" cy="174600"/>
            <a:chOff x="8756640" y="4645080"/>
            <a:chExt cx="174600" cy="174600"/>
          </a:xfrm>
        </p:grpSpPr>
        <p:sp>
          <p:nvSpPr>
            <p:cNvPr id="714" name="Google Shape;1231;p24"/>
            <p:cNvSpPr/>
            <p:nvPr/>
          </p:nvSpPr>
          <p:spPr>
            <a:xfrm flipV="1">
              <a:off x="8760960" y="464940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5" name="Google Shape;1232;p24"/>
            <p:cNvSpPr/>
            <p:nvPr/>
          </p:nvSpPr>
          <p:spPr>
            <a:xfrm flipV="1">
              <a:off x="8756640" y="464472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1233;p24"/>
            <p:cNvSpPr/>
            <p:nvPr/>
          </p:nvSpPr>
          <p:spPr>
            <a:xfrm flipV="1">
              <a:off x="8797680" y="468612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7" name="Google Shape;1234;p24"/>
            <p:cNvSpPr/>
            <p:nvPr/>
          </p:nvSpPr>
          <p:spPr>
            <a:xfrm flipV="1">
              <a:off x="8792640" y="468180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8" name="Google Shape;1235;p24"/>
          <p:cNvGrpSpPr/>
          <p:nvPr/>
        </p:nvGrpSpPr>
        <p:grpSpPr>
          <a:xfrm>
            <a:off x="8488440" y="4852440"/>
            <a:ext cx="174960" cy="26640"/>
            <a:chOff x="8488440" y="4852440"/>
            <a:chExt cx="174960" cy="26640"/>
          </a:xfrm>
        </p:grpSpPr>
        <p:sp>
          <p:nvSpPr>
            <p:cNvPr id="719" name="Google Shape;1236;p24"/>
            <p:cNvSpPr/>
            <p:nvPr/>
          </p:nvSpPr>
          <p:spPr>
            <a:xfrm flipV="1">
              <a:off x="848844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1237;p24"/>
            <p:cNvSpPr/>
            <p:nvPr/>
          </p:nvSpPr>
          <p:spPr>
            <a:xfrm flipV="1">
              <a:off x="856260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238;p24"/>
            <p:cNvSpPr/>
            <p:nvPr/>
          </p:nvSpPr>
          <p:spPr>
            <a:xfrm flipV="1">
              <a:off x="863676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8">
    <p:bg>
      <p:bgPr>
        <a:solidFill>
          <a:schemeClr val="lt1"/>
        </a:solidFill>
        <a:effectLst/>
      </p:bgPr>
    </p:bg>
    <p:spTree>
      <p:nvGrpSpPr>
        <p:cNvPr id="1" name=""/>
        <p:cNvGrpSpPr/>
        <p:nvPr/>
      </p:nvGrpSpPr>
      <p:grpSpPr>
        <a:xfrm>
          <a:off x="0" y="0"/>
          <a:ext cx="0" cy="0"/>
          <a:chOff x="0" y="0"/>
          <a:chExt cx="0" cy="0"/>
        </a:xfrm>
      </p:grpSpPr>
      <p:cxnSp>
        <p:nvCxnSpPr>
          <p:cNvPr id="862" name="Google Shape;1383;p28"/>
          <p:cNvCxnSpPr/>
          <p:nvPr/>
        </p:nvCxnSpPr>
        <p:spPr>
          <a:xfrm flipH="1">
            <a:off x="7682760" y="2910960"/>
            <a:ext cx="306720" cy="1133640"/>
          </a:xfrm>
          <a:prstGeom prst="straightConnector1">
            <a:avLst/>
          </a:prstGeom>
          <a:ln w="9525">
            <a:solidFill>
              <a:srgbClr val="1A2E35"/>
            </a:solidFill>
            <a:round/>
          </a:ln>
        </p:spPr>
      </p:cxnSp>
      <p:cxnSp>
        <p:nvCxnSpPr>
          <p:cNvPr id="863" name="Google Shape;1384;p28"/>
          <p:cNvCxnSpPr/>
          <p:nvPr/>
        </p:nvCxnSpPr>
        <p:spPr>
          <a:xfrm>
            <a:off x="7694640" y="1568880"/>
            <a:ext cx="315720" cy="1342440"/>
          </a:xfrm>
          <a:prstGeom prst="straightConnector1">
            <a:avLst/>
          </a:prstGeom>
          <a:ln w="9525">
            <a:solidFill>
              <a:srgbClr val="1A2E35"/>
            </a:solidFill>
            <a:round/>
          </a:ln>
        </p:spPr>
      </p:cxnSp>
      <p:cxnSp>
        <p:nvCxnSpPr>
          <p:cNvPr id="864" name="Google Shape;1385;p28"/>
          <p:cNvCxnSpPr/>
          <p:nvPr/>
        </p:nvCxnSpPr>
        <p:spPr>
          <a:xfrm flipH="1">
            <a:off x="7702200" y="266400"/>
            <a:ext cx="392400" cy="1332360"/>
          </a:xfrm>
          <a:prstGeom prst="straightConnector1">
            <a:avLst/>
          </a:prstGeom>
          <a:ln w="9525">
            <a:solidFill>
              <a:srgbClr val="1A2E35"/>
            </a:solidFill>
            <a:round/>
          </a:ln>
        </p:spPr>
      </p:cxnSp>
      <p:cxnSp>
        <p:nvCxnSpPr>
          <p:cNvPr id="865" name="Google Shape;1386;p28"/>
          <p:cNvCxnSpPr/>
          <p:nvPr/>
        </p:nvCxnSpPr>
        <p:spPr>
          <a:xfrm flipH="1">
            <a:off x="8101800" y="0"/>
            <a:ext cx="407160" cy="273960"/>
          </a:xfrm>
          <a:prstGeom prst="straightConnector1">
            <a:avLst/>
          </a:prstGeom>
          <a:ln w="9525">
            <a:solidFill>
              <a:srgbClr val="1A2E35"/>
            </a:solidFill>
            <a:round/>
          </a:ln>
        </p:spPr>
      </p:cxnSp>
      <p:grpSp>
        <p:nvGrpSpPr>
          <p:cNvPr id="866" name="Google Shape;1387;p28"/>
          <p:cNvGrpSpPr/>
          <p:nvPr/>
        </p:nvGrpSpPr>
        <p:grpSpPr>
          <a:xfrm>
            <a:off x="7407360" y="1284840"/>
            <a:ext cx="582120" cy="581400"/>
            <a:chOff x="7407360" y="1284840"/>
            <a:chExt cx="582120" cy="581400"/>
          </a:xfrm>
        </p:grpSpPr>
        <p:sp>
          <p:nvSpPr>
            <p:cNvPr id="867" name="Google Shape;1388;p28"/>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389;p28"/>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9" name="Google Shape;1390;p28"/>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391;p28"/>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1" name="Google Shape;1392;p28"/>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393;p28"/>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3" name="Google Shape;1394;p28"/>
          <p:cNvGrpSpPr/>
          <p:nvPr/>
        </p:nvGrpSpPr>
        <p:grpSpPr>
          <a:xfrm>
            <a:off x="7869600" y="2754360"/>
            <a:ext cx="292320" cy="291600"/>
            <a:chOff x="7869600" y="2754360"/>
            <a:chExt cx="292320" cy="291600"/>
          </a:xfrm>
        </p:grpSpPr>
        <p:sp>
          <p:nvSpPr>
            <p:cNvPr id="874" name="Google Shape;1395;p28"/>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5" name="Google Shape;1396;p28"/>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6" name="Google Shape;1397;p28"/>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7" name="Google Shape;1398;p28"/>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8" name="Google Shape;1399;p28"/>
          <p:cNvGrpSpPr/>
          <p:nvPr/>
        </p:nvGrpSpPr>
        <p:grpSpPr>
          <a:xfrm>
            <a:off x="8012880" y="177840"/>
            <a:ext cx="174600" cy="174600"/>
            <a:chOff x="8012880" y="177840"/>
            <a:chExt cx="174600" cy="174600"/>
          </a:xfrm>
        </p:grpSpPr>
        <p:sp>
          <p:nvSpPr>
            <p:cNvPr id="879" name="Google Shape;1400;p28"/>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0" name="Google Shape;1401;p28"/>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402;p28"/>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2" name="Google Shape;1403;p28"/>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3" name="Google Shape;1404;p28"/>
          <p:cNvGrpSpPr/>
          <p:nvPr/>
        </p:nvGrpSpPr>
        <p:grpSpPr>
          <a:xfrm>
            <a:off x="7551720" y="3880440"/>
            <a:ext cx="293040" cy="292680"/>
            <a:chOff x="7551720" y="3880440"/>
            <a:chExt cx="293040" cy="292680"/>
          </a:xfrm>
        </p:grpSpPr>
        <p:sp>
          <p:nvSpPr>
            <p:cNvPr id="884" name="Google Shape;1405;p28"/>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5" name="Google Shape;1406;p28"/>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407;p28"/>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408;p28"/>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409;p28"/>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410;p28"/>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90" name="Google Shape;1411;p28"/>
          <p:cNvGrpSpPr/>
          <p:nvPr/>
        </p:nvGrpSpPr>
        <p:grpSpPr>
          <a:xfrm>
            <a:off x="8333280" y="249120"/>
            <a:ext cx="26640" cy="174600"/>
            <a:chOff x="8333280" y="249120"/>
            <a:chExt cx="26640" cy="174600"/>
          </a:xfrm>
        </p:grpSpPr>
        <p:sp>
          <p:nvSpPr>
            <p:cNvPr id="891" name="Google Shape;1412;p28"/>
            <p:cNvSpPr/>
            <p:nvPr/>
          </p:nvSpPr>
          <p:spPr>
            <a:xfrm rot="16200000" flipV="1">
              <a:off x="8333280" y="397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413;p28"/>
            <p:cNvSpPr/>
            <p:nvPr/>
          </p:nvSpPr>
          <p:spPr>
            <a:xfrm rot="16200000" flipV="1">
              <a:off x="8333280" y="3232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414;p28"/>
            <p:cNvSpPr/>
            <p:nvPr/>
          </p:nvSpPr>
          <p:spPr>
            <a:xfrm rot="16200000" flipV="1">
              <a:off x="8333280" y="249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94" name="Google Shape;1415;p28"/>
          <p:cNvCxnSpPr/>
          <p:nvPr/>
        </p:nvCxnSpPr>
        <p:spPr>
          <a:xfrm flipH="1" flipV="1">
            <a:off x="1513800" y="1824840"/>
            <a:ext cx="126360" cy="1672920"/>
          </a:xfrm>
          <a:prstGeom prst="straightConnector1">
            <a:avLst/>
          </a:prstGeom>
          <a:ln w="9525">
            <a:solidFill>
              <a:srgbClr val="1A2E35"/>
            </a:solidFill>
            <a:round/>
          </a:ln>
        </p:spPr>
      </p:cxnSp>
      <p:cxnSp>
        <p:nvCxnSpPr>
          <p:cNvPr id="895" name="Google Shape;1416;p28"/>
          <p:cNvCxnSpPr/>
          <p:nvPr/>
        </p:nvCxnSpPr>
        <p:spPr>
          <a:xfrm flipV="1">
            <a:off x="889920" y="3510720"/>
            <a:ext cx="743760" cy="829800"/>
          </a:xfrm>
          <a:prstGeom prst="straightConnector1">
            <a:avLst/>
          </a:prstGeom>
          <a:ln w="9525">
            <a:solidFill>
              <a:srgbClr val="1A2E35"/>
            </a:solidFill>
            <a:round/>
          </a:ln>
        </p:spPr>
      </p:cxnSp>
      <p:cxnSp>
        <p:nvCxnSpPr>
          <p:cNvPr id="896" name="Google Shape;1417;p28"/>
          <p:cNvCxnSpPr/>
          <p:nvPr/>
        </p:nvCxnSpPr>
        <p:spPr>
          <a:xfrm flipH="1" flipV="1">
            <a:off x="909720" y="4347000"/>
            <a:ext cx="1188360" cy="796680"/>
          </a:xfrm>
          <a:prstGeom prst="straightConnector1">
            <a:avLst/>
          </a:prstGeom>
          <a:ln w="9525">
            <a:solidFill>
              <a:srgbClr val="1A2E35"/>
            </a:solidFill>
            <a:round/>
          </a:ln>
        </p:spPr>
      </p:cxnSp>
      <p:grpSp>
        <p:nvGrpSpPr>
          <p:cNvPr id="897" name="Google Shape;1418;p28"/>
          <p:cNvGrpSpPr/>
          <p:nvPr/>
        </p:nvGrpSpPr>
        <p:grpSpPr>
          <a:xfrm>
            <a:off x="621360" y="4062240"/>
            <a:ext cx="582120" cy="581400"/>
            <a:chOff x="621360" y="4062240"/>
            <a:chExt cx="582120" cy="581400"/>
          </a:xfrm>
        </p:grpSpPr>
        <p:sp>
          <p:nvSpPr>
            <p:cNvPr id="898" name="Google Shape;1419;p28"/>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9" name="Google Shape;1420;p28"/>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421;p28"/>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422;p28"/>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423;p28"/>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424;p28"/>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04" name="Google Shape;1425;p28"/>
          <p:cNvGrpSpPr/>
          <p:nvPr/>
        </p:nvGrpSpPr>
        <p:grpSpPr>
          <a:xfrm>
            <a:off x="1482840" y="3351240"/>
            <a:ext cx="292320" cy="291600"/>
            <a:chOff x="1482840" y="3351240"/>
            <a:chExt cx="292320" cy="291600"/>
          </a:xfrm>
        </p:grpSpPr>
        <p:sp>
          <p:nvSpPr>
            <p:cNvPr id="905" name="Google Shape;1426;p28"/>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6" name="Google Shape;1427;p28"/>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7" name="Google Shape;1428;p28"/>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8" name="Google Shape;1429;p28"/>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09" name="Google Shape;1430;p28"/>
          <p:cNvGrpSpPr/>
          <p:nvPr/>
        </p:nvGrpSpPr>
        <p:grpSpPr>
          <a:xfrm>
            <a:off x="1595520" y="4790160"/>
            <a:ext cx="174600" cy="174600"/>
            <a:chOff x="1595520" y="4790160"/>
            <a:chExt cx="174600" cy="174600"/>
          </a:xfrm>
        </p:grpSpPr>
        <p:sp>
          <p:nvSpPr>
            <p:cNvPr id="910" name="Google Shape;1431;p28"/>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432;p28"/>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2" name="Google Shape;1433;p28"/>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434;p28"/>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4" name="Google Shape;1435;p28"/>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436;p28"/>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6" name="Google Shape;1437;p28"/>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438;p28"/>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8" name="Google Shape;1439;p28"/>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440;p28"/>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20" name="Google Shape;1441;p28"/>
          <p:cNvGrpSpPr/>
          <p:nvPr/>
        </p:nvGrpSpPr>
        <p:grpSpPr>
          <a:xfrm>
            <a:off x="1775520" y="1441440"/>
            <a:ext cx="26640" cy="174600"/>
            <a:chOff x="1775520" y="1441440"/>
            <a:chExt cx="26640" cy="174600"/>
          </a:xfrm>
        </p:grpSpPr>
        <p:sp>
          <p:nvSpPr>
            <p:cNvPr id="921" name="Google Shape;1442;p28"/>
            <p:cNvSpPr/>
            <p:nvPr/>
          </p:nvSpPr>
          <p:spPr>
            <a:xfrm rot="5400000">
              <a:off x="1775520" y="1441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443;p28"/>
            <p:cNvSpPr/>
            <p:nvPr/>
          </p:nvSpPr>
          <p:spPr>
            <a:xfrm rot="5400000">
              <a:off x="1775520" y="15152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444;p28"/>
            <p:cNvSpPr/>
            <p:nvPr/>
          </p:nvSpPr>
          <p:spPr>
            <a:xfrm rot="5400000">
              <a:off x="1775520" y="15894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4" name="Google Shape;1445;p28"/>
          <p:cNvGrpSpPr/>
          <p:nvPr/>
        </p:nvGrpSpPr>
        <p:grpSpPr>
          <a:xfrm>
            <a:off x="1893960" y="4488120"/>
            <a:ext cx="26640" cy="174600"/>
            <a:chOff x="1893960" y="4488120"/>
            <a:chExt cx="26640" cy="174600"/>
          </a:xfrm>
        </p:grpSpPr>
        <p:sp>
          <p:nvSpPr>
            <p:cNvPr id="925" name="Google Shape;1446;p28"/>
            <p:cNvSpPr/>
            <p:nvPr/>
          </p:nvSpPr>
          <p:spPr>
            <a:xfrm rot="5400000">
              <a:off x="1893960" y="4488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6" name="Google Shape;1447;p28"/>
            <p:cNvSpPr/>
            <p:nvPr/>
          </p:nvSpPr>
          <p:spPr>
            <a:xfrm rot="5400000">
              <a:off x="1893960" y="4561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448;p28"/>
            <p:cNvSpPr/>
            <p:nvPr/>
          </p:nvSpPr>
          <p:spPr>
            <a:xfrm rot="5400000">
              <a:off x="1893960" y="4636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8" name="Google Shape;1449;p28"/>
          <p:cNvGrpSpPr/>
          <p:nvPr/>
        </p:nvGrpSpPr>
        <p:grpSpPr>
          <a:xfrm>
            <a:off x="483120" y="4066920"/>
            <a:ext cx="26640" cy="174600"/>
            <a:chOff x="483120" y="4066920"/>
            <a:chExt cx="26640" cy="174600"/>
          </a:xfrm>
        </p:grpSpPr>
        <p:sp>
          <p:nvSpPr>
            <p:cNvPr id="929" name="Google Shape;1450;p28"/>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451;p28"/>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452;p28"/>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9">
    <p:bg>
      <p:bgPr>
        <a:solidFill>
          <a:schemeClr val="lt1"/>
        </a:solidFill>
        <a:effectLst/>
      </p:bgPr>
    </p:bg>
    <p:spTree>
      <p:nvGrpSpPr>
        <p:cNvPr id="1" name=""/>
        <p:cNvGrpSpPr/>
        <p:nvPr/>
      </p:nvGrpSpPr>
      <p:grpSpPr>
        <a:xfrm>
          <a:off x="0" y="0"/>
          <a:ext cx="0" cy="0"/>
          <a:chOff x="0" y="0"/>
          <a:chExt cx="0" cy="0"/>
        </a:xfrm>
      </p:grpSpPr>
      <p:grpSp>
        <p:nvGrpSpPr>
          <p:cNvPr id="932" name="Google Shape;1454;p29"/>
          <p:cNvGrpSpPr/>
          <p:nvPr/>
        </p:nvGrpSpPr>
        <p:grpSpPr>
          <a:xfrm>
            <a:off x="262080" y="-1080"/>
            <a:ext cx="8550000" cy="3981240"/>
            <a:chOff x="262080" y="-1080"/>
            <a:chExt cx="8550000" cy="3981240"/>
          </a:xfrm>
        </p:grpSpPr>
        <p:cxnSp>
          <p:nvCxnSpPr>
            <p:cNvPr id="933" name="Google Shape;1455;p29"/>
            <p:cNvCxnSpPr/>
            <p:nvPr/>
          </p:nvCxnSpPr>
          <p:spPr>
            <a:xfrm>
              <a:off x="515880" y="-1080"/>
              <a:ext cx="360" cy="3981600"/>
            </a:xfrm>
            <a:prstGeom prst="straightConnector1">
              <a:avLst/>
            </a:prstGeom>
            <a:ln w="9525">
              <a:solidFill>
                <a:srgbClr val="595959"/>
              </a:solidFill>
              <a:round/>
            </a:ln>
          </p:spPr>
        </p:cxnSp>
        <p:cxnSp>
          <p:nvCxnSpPr>
            <p:cNvPr id="934" name="Google Shape;1456;p29"/>
            <p:cNvCxnSpPr/>
            <p:nvPr/>
          </p:nvCxnSpPr>
          <p:spPr>
            <a:xfrm>
              <a:off x="8665920" y="-1080"/>
              <a:ext cx="360" cy="1902240"/>
            </a:xfrm>
            <a:prstGeom prst="straightConnector1">
              <a:avLst/>
            </a:prstGeom>
            <a:ln w="9525">
              <a:solidFill>
                <a:srgbClr val="595959"/>
              </a:solidFill>
              <a:round/>
            </a:ln>
          </p:spPr>
        </p:cxnSp>
        <p:grpSp>
          <p:nvGrpSpPr>
            <p:cNvPr id="935" name="Google Shape;1457;p29"/>
            <p:cNvGrpSpPr/>
            <p:nvPr/>
          </p:nvGrpSpPr>
          <p:grpSpPr>
            <a:xfrm>
              <a:off x="343440" y="3301200"/>
              <a:ext cx="344520" cy="344880"/>
              <a:chOff x="343440" y="3301200"/>
              <a:chExt cx="344520" cy="344880"/>
            </a:xfrm>
          </p:grpSpPr>
          <p:sp>
            <p:nvSpPr>
              <p:cNvPr id="936" name="Google Shape;1458;p29"/>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7" name="Google Shape;1459;p29"/>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460;p29"/>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9" name="Google Shape;1461;p29"/>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0" name="Google Shape;1462;p29"/>
            <p:cNvGrpSpPr/>
            <p:nvPr/>
          </p:nvGrpSpPr>
          <p:grpSpPr>
            <a:xfrm>
              <a:off x="8520480" y="714960"/>
              <a:ext cx="291600" cy="292320"/>
              <a:chOff x="8520480" y="714960"/>
              <a:chExt cx="291600" cy="292320"/>
            </a:xfrm>
          </p:grpSpPr>
          <p:sp>
            <p:nvSpPr>
              <p:cNvPr id="941" name="Google Shape;1463;p29"/>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464;p29"/>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465;p29"/>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466;p29"/>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5" name="Google Shape;1467;p29"/>
            <p:cNvGrpSpPr/>
            <p:nvPr/>
          </p:nvGrpSpPr>
          <p:grpSpPr>
            <a:xfrm>
              <a:off x="262080" y="465480"/>
              <a:ext cx="507240" cy="507600"/>
              <a:chOff x="262080" y="465480"/>
              <a:chExt cx="507240" cy="507600"/>
            </a:xfrm>
          </p:grpSpPr>
          <p:sp>
            <p:nvSpPr>
              <p:cNvPr id="946" name="Google Shape;1468;p29"/>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7" name="Google Shape;1469;p29"/>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8" name="Google Shape;1470;p29"/>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471;p29"/>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0" name="Google Shape;1472;p29"/>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473;p29"/>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20">
    <p:bg>
      <p:bgPr>
        <a:solidFill>
          <a:schemeClr val="lt1"/>
        </a:solidFill>
        <a:effectLst/>
      </p:bgPr>
    </p:bg>
    <p:spTree>
      <p:nvGrpSpPr>
        <p:cNvPr id="1" name=""/>
        <p:cNvGrpSpPr/>
        <p:nvPr/>
      </p:nvGrpSpPr>
      <p:grpSpPr>
        <a:xfrm>
          <a:off x="0" y="0"/>
          <a:ext cx="0" cy="0"/>
          <a:chOff x="0" y="0"/>
          <a:chExt cx="0" cy="0"/>
        </a:xfrm>
      </p:grpSpPr>
      <p:grpSp>
        <p:nvGrpSpPr>
          <p:cNvPr id="952" name="Google Shape;1475;p30"/>
          <p:cNvGrpSpPr/>
          <p:nvPr/>
        </p:nvGrpSpPr>
        <p:grpSpPr>
          <a:xfrm>
            <a:off x="432720" y="0"/>
            <a:ext cx="8278200" cy="5165640"/>
            <a:chOff x="432720" y="0"/>
            <a:chExt cx="8278200" cy="5165640"/>
          </a:xfrm>
        </p:grpSpPr>
        <p:cxnSp>
          <p:nvCxnSpPr>
            <p:cNvPr id="953" name="Google Shape;1476;p30"/>
            <p:cNvCxnSpPr/>
            <p:nvPr/>
          </p:nvCxnSpPr>
          <p:spPr>
            <a:xfrm flipV="1">
              <a:off x="8420040" y="2664000"/>
              <a:ext cx="360" cy="2502000"/>
            </a:xfrm>
            <a:prstGeom prst="straightConnector1">
              <a:avLst/>
            </a:prstGeom>
            <a:ln w="9525">
              <a:solidFill>
                <a:srgbClr val="595959"/>
              </a:solidFill>
              <a:round/>
            </a:ln>
          </p:spPr>
        </p:cxnSp>
        <p:grpSp>
          <p:nvGrpSpPr>
            <p:cNvPr id="954" name="Google Shape;1477;p30"/>
            <p:cNvGrpSpPr/>
            <p:nvPr/>
          </p:nvGrpSpPr>
          <p:grpSpPr>
            <a:xfrm>
              <a:off x="8129520" y="4292280"/>
              <a:ext cx="581400" cy="582120"/>
              <a:chOff x="8129520" y="4292280"/>
              <a:chExt cx="581400" cy="582120"/>
            </a:xfrm>
          </p:grpSpPr>
          <p:sp>
            <p:nvSpPr>
              <p:cNvPr id="955" name="Google Shape;1478;p30"/>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479;p30"/>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480;p30"/>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481;p30"/>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82;p30"/>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483;p30"/>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1" name="Google Shape;1484;p30"/>
            <p:cNvGrpSpPr/>
            <p:nvPr/>
          </p:nvGrpSpPr>
          <p:grpSpPr>
            <a:xfrm>
              <a:off x="8274240" y="3720600"/>
              <a:ext cx="291600" cy="292320"/>
              <a:chOff x="8274240" y="3720600"/>
              <a:chExt cx="291600" cy="292320"/>
            </a:xfrm>
          </p:grpSpPr>
          <p:sp>
            <p:nvSpPr>
              <p:cNvPr id="962" name="Google Shape;1485;p30"/>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486;p30"/>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487;p30"/>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1488;p30"/>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6" name="Google Shape;1489;p30"/>
            <p:cNvGrpSpPr/>
            <p:nvPr/>
          </p:nvGrpSpPr>
          <p:grpSpPr>
            <a:xfrm>
              <a:off x="8332920" y="3212640"/>
              <a:ext cx="174600" cy="174600"/>
              <a:chOff x="8332920" y="3212640"/>
              <a:chExt cx="174600" cy="174600"/>
            </a:xfrm>
          </p:grpSpPr>
          <p:sp>
            <p:nvSpPr>
              <p:cNvPr id="967" name="Google Shape;1490;p30"/>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8" name="Google Shape;1491;p30"/>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9" name="Google Shape;1492;p30"/>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493;p30"/>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971" name="Google Shape;1494;p30"/>
            <p:cNvCxnSpPr/>
            <p:nvPr/>
          </p:nvCxnSpPr>
          <p:spPr>
            <a:xfrm>
              <a:off x="723600" y="360"/>
              <a:ext cx="360" cy="2502000"/>
            </a:xfrm>
            <a:prstGeom prst="straightConnector1">
              <a:avLst/>
            </a:prstGeom>
            <a:ln w="9525">
              <a:solidFill>
                <a:srgbClr val="595959"/>
              </a:solidFill>
              <a:round/>
            </a:ln>
          </p:spPr>
        </p:cxnSp>
        <p:grpSp>
          <p:nvGrpSpPr>
            <p:cNvPr id="972" name="Google Shape;1495;p30"/>
            <p:cNvGrpSpPr/>
            <p:nvPr/>
          </p:nvGrpSpPr>
          <p:grpSpPr>
            <a:xfrm>
              <a:off x="433080" y="291960"/>
              <a:ext cx="581400" cy="582120"/>
              <a:chOff x="433080" y="291960"/>
              <a:chExt cx="581400" cy="582120"/>
            </a:xfrm>
          </p:grpSpPr>
          <p:sp>
            <p:nvSpPr>
              <p:cNvPr id="973" name="Google Shape;1496;p30"/>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497;p30"/>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5" name="Google Shape;1498;p30"/>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499;p30"/>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500;p30"/>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501;p30"/>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9" name="Google Shape;1502;p30"/>
            <p:cNvGrpSpPr/>
            <p:nvPr/>
          </p:nvGrpSpPr>
          <p:grpSpPr>
            <a:xfrm>
              <a:off x="578160" y="1153440"/>
              <a:ext cx="291600" cy="292320"/>
              <a:chOff x="578160" y="1153440"/>
              <a:chExt cx="291600" cy="292320"/>
            </a:xfrm>
          </p:grpSpPr>
          <p:sp>
            <p:nvSpPr>
              <p:cNvPr id="980" name="Google Shape;1503;p30"/>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504;p30"/>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2" name="Google Shape;1505;p30"/>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506;p30"/>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4" name="Google Shape;1507;p30"/>
            <p:cNvGrpSpPr/>
            <p:nvPr/>
          </p:nvGrpSpPr>
          <p:grpSpPr>
            <a:xfrm>
              <a:off x="636480" y="1779120"/>
              <a:ext cx="174600" cy="174600"/>
              <a:chOff x="636480" y="1779120"/>
              <a:chExt cx="174600" cy="174600"/>
            </a:xfrm>
          </p:grpSpPr>
          <p:sp>
            <p:nvSpPr>
              <p:cNvPr id="985" name="Google Shape;1508;p30"/>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509;p30"/>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7" name="Google Shape;1510;p30"/>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511;p30"/>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9" name="Google Shape;1512;p30"/>
            <p:cNvGrpSpPr/>
            <p:nvPr/>
          </p:nvGrpSpPr>
          <p:grpSpPr>
            <a:xfrm>
              <a:off x="432720" y="2003040"/>
              <a:ext cx="174960" cy="26640"/>
              <a:chOff x="432720" y="2003040"/>
              <a:chExt cx="174960" cy="26640"/>
            </a:xfrm>
          </p:grpSpPr>
          <p:sp>
            <p:nvSpPr>
              <p:cNvPr id="990" name="Google Shape;1513;p30"/>
              <p:cNvSpPr/>
              <p:nvPr/>
            </p:nvSpPr>
            <p:spPr>
              <a:xfrm>
                <a:off x="43272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1" name="Google Shape;1514;p30"/>
              <p:cNvSpPr/>
              <p:nvPr/>
            </p:nvSpPr>
            <p:spPr>
              <a:xfrm>
                <a:off x="50688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2" name="Google Shape;1515;p30"/>
              <p:cNvSpPr/>
              <p:nvPr/>
            </p:nvSpPr>
            <p:spPr>
              <a:xfrm>
                <a:off x="58104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3" name="Google Shape;1516;p30"/>
            <p:cNvGrpSpPr/>
            <p:nvPr/>
          </p:nvGrpSpPr>
          <p:grpSpPr>
            <a:xfrm>
              <a:off x="788040" y="208440"/>
              <a:ext cx="174600" cy="26640"/>
              <a:chOff x="788040" y="208440"/>
              <a:chExt cx="174600" cy="26640"/>
            </a:xfrm>
          </p:grpSpPr>
          <p:sp>
            <p:nvSpPr>
              <p:cNvPr id="994" name="Google Shape;1517;p30"/>
              <p:cNvSpPr/>
              <p:nvPr/>
            </p:nvSpPr>
            <p:spPr>
              <a:xfrm>
                <a:off x="78804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5" name="Google Shape;1518;p30"/>
              <p:cNvSpPr/>
              <p:nvPr/>
            </p:nvSpPr>
            <p:spPr>
              <a:xfrm>
                <a:off x="8622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6" name="Google Shape;1519;p30"/>
              <p:cNvSpPr/>
              <p:nvPr/>
            </p:nvSpPr>
            <p:spPr>
              <a:xfrm>
                <a:off x="9360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7" name="Google Shape;1520;p30"/>
            <p:cNvGrpSpPr/>
            <p:nvPr/>
          </p:nvGrpSpPr>
          <p:grpSpPr>
            <a:xfrm>
              <a:off x="8129520" y="4988880"/>
              <a:ext cx="174600" cy="26640"/>
              <a:chOff x="8129520" y="4988880"/>
              <a:chExt cx="174600" cy="26640"/>
            </a:xfrm>
          </p:grpSpPr>
          <p:sp>
            <p:nvSpPr>
              <p:cNvPr id="998" name="Google Shape;1521;p30"/>
              <p:cNvSpPr/>
              <p:nvPr/>
            </p:nvSpPr>
            <p:spPr>
              <a:xfrm>
                <a:off x="81295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522;p30"/>
              <p:cNvSpPr/>
              <p:nvPr/>
            </p:nvSpPr>
            <p:spPr>
              <a:xfrm>
                <a:off x="82033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523;p30"/>
              <p:cNvSpPr/>
              <p:nvPr/>
            </p:nvSpPr>
            <p:spPr>
              <a:xfrm>
                <a:off x="827748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1" name="Google Shape;1524;p30"/>
            <p:cNvGrpSpPr/>
            <p:nvPr/>
          </p:nvGrpSpPr>
          <p:grpSpPr>
            <a:xfrm>
              <a:off x="8497440" y="3429360"/>
              <a:ext cx="174600" cy="26640"/>
              <a:chOff x="8497440" y="3429360"/>
              <a:chExt cx="174600" cy="26640"/>
            </a:xfrm>
          </p:grpSpPr>
          <p:sp>
            <p:nvSpPr>
              <p:cNvPr id="1002" name="Google Shape;1525;p30"/>
              <p:cNvSpPr/>
              <p:nvPr/>
            </p:nvSpPr>
            <p:spPr>
              <a:xfrm>
                <a:off x="849744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3" name="Google Shape;1526;p30"/>
              <p:cNvSpPr/>
              <p:nvPr/>
            </p:nvSpPr>
            <p:spPr>
              <a:xfrm>
                <a:off x="85716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527;p30"/>
              <p:cNvSpPr/>
              <p:nvPr/>
            </p:nvSpPr>
            <p:spPr>
              <a:xfrm>
                <a:off x="86454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05" name="Google Shape;1528;p30"/>
            <p:cNvCxnSpPr/>
            <p:nvPr/>
          </p:nvCxnSpPr>
          <p:spPr>
            <a:xfrm>
              <a:off x="8407080" y="0"/>
              <a:ext cx="360" cy="2161080"/>
            </a:xfrm>
            <a:prstGeom prst="straightConnector1">
              <a:avLst/>
            </a:prstGeom>
            <a:ln w="9525">
              <a:solidFill>
                <a:srgbClr val="595959"/>
              </a:solidFill>
              <a:round/>
            </a:ln>
          </p:spPr>
        </p:cxnSp>
        <p:cxnSp>
          <p:nvCxnSpPr>
            <p:cNvPr id="1006" name="Google Shape;1529;p30"/>
            <p:cNvCxnSpPr/>
            <p:nvPr/>
          </p:nvCxnSpPr>
          <p:spPr>
            <a:xfrm>
              <a:off x="717840" y="2985480"/>
              <a:ext cx="360" cy="2161080"/>
            </a:xfrm>
            <a:prstGeom prst="straightConnector1">
              <a:avLst/>
            </a:prstGeom>
            <a:ln w="9525">
              <a:solidFill>
                <a:srgbClr val="595959"/>
              </a:solidFill>
              <a:round/>
            </a:ln>
          </p:spPr>
        </p:cxnSp>
        <p:sp>
          <p:nvSpPr>
            <p:cNvPr id="1007" name="Google Shape;1530;p30"/>
            <p:cNvSpPr/>
            <p:nvPr/>
          </p:nvSpPr>
          <p:spPr>
            <a:xfrm>
              <a:off x="671760" y="458784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531;p30"/>
            <p:cNvSpPr/>
            <p:nvPr/>
          </p:nvSpPr>
          <p:spPr>
            <a:xfrm>
              <a:off x="671760" y="394020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532;p30"/>
            <p:cNvSpPr/>
            <p:nvPr/>
          </p:nvSpPr>
          <p:spPr>
            <a:xfrm>
              <a:off x="8361000" y="145368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533;p30"/>
            <p:cNvSpPr/>
            <p:nvPr/>
          </p:nvSpPr>
          <p:spPr>
            <a:xfrm>
              <a:off x="8361000" y="23472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011" name="Google Shape;111;p4"/>
          <p:cNvGrpSpPr/>
          <p:nvPr/>
        </p:nvGrpSpPr>
        <p:grpSpPr>
          <a:xfrm>
            <a:off x="4484520" y="4433040"/>
            <a:ext cx="174600" cy="26640"/>
            <a:chOff x="4484520" y="4433040"/>
            <a:chExt cx="174600" cy="26640"/>
          </a:xfrm>
        </p:grpSpPr>
        <p:sp>
          <p:nvSpPr>
            <p:cNvPr id="1012" name="Google Shape;112;p4"/>
            <p:cNvSpPr/>
            <p:nvPr/>
          </p:nvSpPr>
          <p:spPr>
            <a:xfrm>
              <a:off x="448452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3" name="Google Shape;113;p4"/>
            <p:cNvSpPr/>
            <p:nvPr/>
          </p:nvSpPr>
          <p:spPr>
            <a:xfrm>
              <a:off x="45586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14;p4"/>
            <p:cNvSpPr/>
            <p:nvPr/>
          </p:nvSpPr>
          <p:spPr>
            <a:xfrm>
              <a:off x="46324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5" name="PlaceHolder 1"/>
          <p:cNvSpPr>
            <a:spLocks noGrp="1"/>
          </p:cNvSpPr>
          <p:nvPr>
            <p:ph type="title"/>
          </p:nvPr>
        </p:nvSpPr>
        <p:spPr>
          <a:xfrm>
            <a:off x="1794960" y="2477880"/>
            <a:ext cx="555372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016" name="Google Shape;116;p4"/>
          <p:cNvGrpSpPr/>
          <p:nvPr/>
        </p:nvGrpSpPr>
        <p:grpSpPr>
          <a:xfrm>
            <a:off x="432720" y="0"/>
            <a:ext cx="8278200" cy="5165640"/>
            <a:chOff x="432720" y="0"/>
            <a:chExt cx="8278200" cy="5165640"/>
          </a:xfrm>
        </p:grpSpPr>
        <p:cxnSp>
          <p:nvCxnSpPr>
            <p:cNvPr id="1017" name="Google Shape;117;p4"/>
            <p:cNvCxnSpPr/>
            <p:nvPr/>
          </p:nvCxnSpPr>
          <p:spPr>
            <a:xfrm flipV="1">
              <a:off x="8420040" y="2664000"/>
              <a:ext cx="360" cy="2502000"/>
            </a:xfrm>
            <a:prstGeom prst="straightConnector1">
              <a:avLst/>
            </a:prstGeom>
            <a:ln w="9525">
              <a:solidFill>
                <a:srgbClr val="3D3D3D"/>
              </a:solidFill>
              <a:round/>
            </a:ln>
          </p:spPr>
        </p:cxnSp>
        <p:grpSp>
          <p:nvGrpSpPr>
            <p:cNvPr id="1018" name="Google Shape;118;p4"/>
            <p:cNvGrpSpPr/>
            <p:nvPr/>
          </p:nvGrpSpPr>
          <p:grpSpPr>
            <a:xfrm>
              <a:off x="8129520" y="4292280"/>
              <a:ext cx="581400" cy="582120"/>
              <a:chOff x="8129520" y="4292280"/>
              <a:chExt cx="581400" cy="582120"/>
            </a:xfrm>
          </p:grpSpPr>
          <p:sp>
            <p:nvSpPr>
              <p:cNvPr id="1019"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0"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2"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5" name="Google Shape;125;p4"/>
            <p:cNvGrpSpPr/>
            <p:nvPr/>
          </p:nvGrpSpPr>
          <p:grpSpPr>
            <a:xfrm>
              <a:off x="8274240" y="3720600"/>
              <a:ext cx="291600" cy="292320"/>
              <a:chOff x="8274240" y="3720600"/>
              <a:chExt cx="291600" cy="292320"/>
            </a:xfrm>
          </p:grpSpPr>
          <p:sp>
            <p:nvSpPr>
              <p:cNvPr id="1026"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8"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9"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0" name="Google Shape;130;p4"/>
            <p:cNvGrpSpPr/>
            <p:nvPr/>
          </p:nvGrpSpPr>
          <p:grpSpPr>
            <a:xfrm>
              <a:off x="8332920" y="3212640"/>
              <a:ext cx="174600" cy="174600"/>
              <a:chOff x="8332920" y="3212640"/>
              <a:chExt cx="174600" cy="174600"/>
            </a:xfrm>
          </p:grpSpPr>
          <p:sp>
            <p:nvSpPr>
              <p:cNvPr id="1031"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2"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3"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4"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35" name="Google Shape;135;p4"/>
            <p:cNvCxnSpPr/>
            <p:nvPr/>
          </p:nvCxnSpPr>
          <p:spPr>
            <a:xfrm>
              <a:off x="723600" y="360"/>
              <a:ext cx="360" cy="2502000"/>
            </a:xfrm>
            <a:prstGeom prst="straightConnector1">
              <a:avLst/>
            </a:prstGeom>
            <a:ln w="9525">
              <a:solidFill>
                <a:srgbClr val="3D3D3D"/>
              </a:solidFill>
              <a:round/>
            </a:ln>
          </p:spPr>
        </p:cxnSp>
        <p:grpSp>
          <p:nvGrpSpPr>
            <p:cNvPr id="1036" name="Google Shape;136;p4"/>
            <p:cNvGrpSpPr/>
            <p:nvPr/>
          </p:nvGrpSpPr>
          <p:grpSpPr>
            <a:xfrm>
              <a:off x="433080" y="291960"/>
              <a:ext cx="581400" cy="582120"/>
              <a:chOff x="433080" y="291960"/>
              <a:chExt cx="581400" cy="582120"/>
            </a:xfrm>
          </p:grpSpPr>
          <p:sp>
            <p:nvSpPr>
              <p:cNvPr id="1037"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8"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9"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0"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2"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3" name="Google Shape;143;p4"/>
            <p:cNvGrpSpPr/>
            <p:nvPr/>
          </p:nvGrpSpPr>
          <p:grpSpPr>
            <a:xfrm>
              <a:off x="578160" y="1153440"/>
              <a:ext cx="291600" cy="292320"/>
              <a:chOff x="578160" y="1153440"/>
              <a:chExt cx="291600" cy="292320"/>
            </a:xfrm>
          </p:grpSpPr>
          <p:sp>
            <p:nvSpPr>
              <p:cNvPr id="1044"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6"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7"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8" name="Google Shape;148;p4"/>
            <p:cNvGrpSpPr/>
            <p:nvPr/>
          </p:nvGrpSpPr>
          <p:grpSpPr>
            <a:xfrm>
              <a:off x="636480" y="1779120"/>
              <a:ext cx="174600" cy="174600"/>
              <a:chOff x="636480" y="1779120"/>
              <a:chExt cx="174600" cy="174600"/>
            </a:xfrm>
          </p:grpSpPr>
          <p:sp>
            <p:nvSpPr>
              <p:cNvPr id="1049"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0"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3" name="Google Shape;153;p4"/>
            <p:cNvGrpSpPr/>
            <p:nvPr/>
          </p:nvGrpSpPr>
          <p:grpSpPr>
            <a:xfrm>
              <a:off x="432720" y="2003040"/>
              <a:ext cx="174960" cy="26640"/>
              <a:chOff x="432720" y="2003040"/>
              <a:chExt cx="174960" cy="26640"/>
            </a:xfrm>
          </p:grpSpPr>
          <p:sp>
            <p:nvSpPr>
              <p:cNvPr id="1054" name="Google Shape;154;p4"/>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155;p4"/>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56;p4"/>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7" name="Google Shape;157;p4"/>
            <p:cNvGrpSpPr/>
            <p:nvPr/>
          </p:nvGrpSpPr>
          <p:grpSpPr>
            <a:xfrm>
              <a:off x="788040" y="208440"/>
              <a:ext cx="174600" cy="26640"/>
              <a:chOff x="788040" y="208440"/>
              <a:chExt cx="174600" cy="26640"/>
            </a:xfrm>
          </p:grpSpPr>
          <p:sp>
            <p:nvSpPr>
              <p:cNvPr id="1058" name="Google Shape;158;p4"/>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9" name="Google Shape;159;p4"/>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60;p4"/>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1" name="Google Shape;161;p4"/>
            <p:cNvGrpSpPr/>
            <p:nvPr/>
          </p:nvGrpSpPr>
          <p:grpSpPr>
            <a:xfrm>
              <a:off x="8129520" y="4988880"/>
              <a:ext cx="174600" cy="26640"/>
              <a:chOff x="8129520" y="4988880"/>
              <a:chExt cx="174600" cy="26640"/>
            </a:xfrm>
          </p:grpSpPr>
          <p:sp>
            <p:nvSpPr>
              <p:cNvPr id="1062" name="Google Shape;162;p4"/>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3" name="Google Shape;163;p4"/>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64;p4"/>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5" name="Google Shape;165;p4"/>
            <p:cNvGrpSpPr/>
            <p:nvPr/>
          </p:nvGrpSpPr>
          <p:grpSpPr>
            <a:xfrm>
              <a:off x="8497440" y="3429360"/>
              <a:ext cx="174600" cy="26640"/>
              <a:chOff x="8497440" y="3429360"/>
              <a:chExt cx="174600" cy="26640"/>
            </a:xfrm>
          </p:grpSpPr>
          <p:sp>
            <p:nvSpPr>
              <p:cNvPr id="1066" name="Google Shape;166;p4"/>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167;p4"/>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68;p4"/>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69" name="Google Shape;169;p4"/>
            <p:cNvCxnSpPr/>
            <p:nvPr/>
          </p:nvCxnSpPr>
          <p:spPr>
            <a:xfrm>
              <a:off x="8407080" y="0"/>
              <a:ext cx="360" cy="2161080"/>
            </a:xfrm>
            <a:prstGeom prst="straightConnector1">
              <a:avLst/>
            </a:prstGeom>
            <a:ln w="9525">
              <a:solidFill>
                <a:srgbClr val="3D3D3D"/>
              </a:solidFill>
              <a:round/>
            </a:ln>
          </p:spPr>
        </p:cxnSp>
        <p:cxnSp>
          <p:nvCxnSpPr>
            <p:cNvPr id="1070" name="Google Shape;170;p4"/>
            <p:cNvCxnSpPr/>
            <p:nvPr/>
          </p:nvCxnSpPr>
          <p:spPr>
            <a:xfrm>
              <a:off x="717840" y="2985480"/>
              <a:ext cx="360" cy="2161080"/>
            </a:xfrm>
            <a:prstGeom prst="straightConnector1">
              <a:avLst/>
            </a:prstGeom>
            <a:ln w="9525">
              <a:solidFill>
                <a:srgbClr val="3D3D3D"/>
              </a:solidFill>
              <a:round/>
            </a:ln>
          </p:spPr>
        </p:cxnSp>
        <p:sp>
          <p:nvSpPr>
            <p:cNvPr id="1071" name="Google Shape;171;p4"/>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172;p4"/>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73;p4"/>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74;p4"/>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7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21">
    <p:bg>
      <p:bgPr>
        <a:solidFill>
          <a:schemeClr val="lt1"/>
        </a:solidFill>
        <a:effectLst/>
      </p:bgPr>
    </p:bg>
    <p:spTree>
      <p:nvGrpSpPr>
        <p:cNvPr id="1" name=""/>
        <p:cNvGrpSpPr/>
        <p:nvPr/>
      </p:nvGrpSpPr>
      <p:grpSpPr>
        <a:xfrm>
          <a:off x="0" y="0"/>
          <a:ext cx="0" cy="0"/>
          <a:chOff x="0" y="0"/>
          <a:chExt cx="0" cy="0"/>
        </a:xfrm>
      </p:grpSpPr>
      <p:grpSp>
        <p:nvGrpSpPr>
          <p:cNvPr id="1076" name="Google Shape;1535;p31"/>
          <p:cNvGrpSpPr/>
          <p:nvPr/>
        </p:nvGrpSpPr>
        <p:grpSpPr>
          <a:xfrm>
            <a:off x="-6840" y="-6480"/>
            <a:ext cx="9152280" cy="5101560"/>
            <a:chOff x="-6840" y="-6480"/>
            <a:chExt cx="9152280" cy="5101560"/>
          </a:xfrm>
        </p:grpSpPr>
        <p:cxnSp>
          <p:nvCxnSpPr>
            <p:cNvPr id="1077" name="Google Shape;1536;p31"/>
            <p:cNvCxnSpPr/>
            <p:nvPr/>
          </p:nvCxnSpPr>
          <p:spPr>
            <a:xfrm>
              <a:off x="2904120" y="4512960"/>
              <a:ext cx="1133280" cy="306720"/>
            </a:xfrm>
            <a:prstGeom prst="straightConnector1">
              <a:avLst/>
            </a:prstGeom>
            <a:ln w="9525">
              <a:solidFill>
                <a:srgbClr val="494949"/>
              </a:solidFill>
              <a:round/>
            </a:ln>
          </p:spPr>
        </p:cxnSp>
        <p:cxnSp>
          <p:nvCxnSpPr>
            <p:cNvPr id="1078" name="Google Shape;1537;p31"/>
            <p:cNvCxnSpPr/>
            <p:nvPr/>
          </p:nvCxnSpPr>
          <p:spPr>
            <a:xfrm flipV="1">
              <a:off x="1562040" y="4492080"/>
              <a:ext cx="1342440" cy="315720"/>
            </a:xfrm>
            <a:prstGeom prst="straightConnector1">
              <a:avLst/>
            </a:prstGeom>
            <a:ln w="9525">
              <a:solidFill>
                <a:srgbClr val="494949"/>
              </a:solidFill>
              <a:round/>
            </a:ln>
          </p:spPr>
        </p:cxnSp>
        <p:cxnSp>
          <p:nvCxnSpPr>
            <p:cNvPr id="1079" name="Google Shape;1538;p31"/>
            <p:cNvCxnSpPr/>
            <p:nvPr/>
          </p:nvCxnSpPr>
          <p:spPr>
            <a:xfrm>
              <a:off x="259200" y="4407840"/>
              <a:ext cx="1332360" cy="392400"/>
            </a:xfrm>
            <a:prstGeom prst="straightConnector1">
              <a:avLst/>
            </a:prstGeom>
            <a:ln w="9525">
              <a:solidFill>
                <a:srgbClr val="494949"/>
              </a:solidFill>
              <a:round/>
            </a:ln>
          </p:spPr>
        </p:cxnSp>
        <p:cxnSp>
          <p:nvCxnSpPr>
            <p:cNvPr id="1080" name="Google Shape;1539;p31"/>
            <p:cNvCxnSpPr/>
            <p:nvPr/>
          </p:nvCxnSpPr>
          <p:spPr>
            <a:xfrm>
              <a:off x="-6840" y="3993480"/>
              <a:ext cx="273960" cy="407520"/>
            </a:xfrm>
            <a:prstGeom prst="straightConnector1">
              <a:avLst/>
            </a:prstGeom>
            <a:ln w="9525">
              <a:solidFill>
                <a:srgbClr val="494949"/>
              </a:solidFill>
              <a:round/>
            </a:ln>
          </p:spPr>
        </p:cxnSp>
        <p:grpSp>
          <p:nvGrpSpPr>
            <p:cNvPr id="1081" name="Google Shape;1540;p31"/>
            <p:cNvGrpSpPr/>
            <p:nvPr/>
          </p:nvGrpSpPr>
          <p:grpSpPr>
            <a:xfrm>
              <a:off x="1278000" y="4512960"/>
              <a:ext cx="581400" cy="582120"/>
              <a:chOff x="1278000" y="4512960"/>
              <a:chExt cx="581400" cy="582120"/>
            </a:xfrm>
          </p:grpSpPr>
          <p:sp>
            <p:nvSpPr>
              <p:cNvPr id="1082" name="Google Shape;1541;p31"/>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3" name="Google Shape;1542;p31"/>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1543;p31"/>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5" name="Google Shape;1544;p31"/>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545;p31"/>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7" name="Google Shape;1546;p31"/>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8" name="Google Shape;1547;p31"/>
            <p:cNvGrpSpPr/>
            <p:nvPr/>
          </p:nvGrpSpPr>
          <p:grpSpPr>
            <a:xfrm>
              <a:off x="2747520" y="4340520"/>
              <a:ext cx="291600" cy="292320"/>
              <a:chOff x="2747520" y="4340520"/>
              <a:chExt cx="291600" cy="292320"/>
            </a:xfrm>
          </p:grpSpPr>
          <p:sp>
            <p:nvSpPr>
              <p:cNvPr id="1089" name="Google Shape;1548;p31"/>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0" name="Google Shape;1549;p31"/>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1550;p31"/>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551;p31"/>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3" name="Google Shape;1552;p31"/>
            <p:cNvGrpSpPr/>
            <p:nvPr/>
          </p:nvGrpSpPr>
          <p:grpSpPr>
            <a:xfrm>
              <a:off x="171000" y="4314960"/>
              <a:ext cx="174600" cy="174600"/>
              <a:chOff x="171000" y="4314960"/>
              <a:chExt cx="174600" cy="174600"/>
            </a:xfrm>
          </p:grpSpPr>
          <p:sp>
            <p:nvSpPr>
              <p:cNvPr id="1094" name="Google Shape;1553;p31"/>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5" name="Google Shape;1554;p31"/>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6" name="Google Shape;1555;p31"/>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556;p31"/>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8" name="Google Shape;1557;p31"/>
            <p:cNvGrpSpPr/>
            <p:nvPr/>
          </p:nvGrpSpPr>
          <p:grpSpPr>
            <a:xfrm>
              <a:off x="3872880" y="4657680"/>
              <a:ext cx="292680" cy="293040"/>
              <a:chOff x="3872880" y="4657680"/>
              <a:chExt cx="292680" cy="293040"/>
            </a:xfrm>
          </p:grpSpPr>
          <p:sp>
            <p:nvSpPr>
              <p:cNvPr id="1099" name="Google Shape;1558;p31"/>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0" name="Google Shape;1559;p31"/>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1" name="Google Shape;1560;p31"/>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1561;p31"/>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3" name="Google Shape;1562;p31"/>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563;p31"/>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05" name="Google Shape;1564;p31"/>
            <p:cNvGrpSpPr/>
            <p:nvPr/>
          </p:nvGrpSpPr>
          <p:grpSpPr>
            <a:xfrm>
              <a:off x="242280" y="4142520"/>
              <a:ext cx="174600" cy="26640"/>
              <a:chOff x="242280" y="4142520"/>
              <a:chExt cx="174600" cy="26640"/>
            </a:xfrm>
          </p:grpSpPr>
          <p:sp>
            <p:nvSpPr>
              <p:cNvPr id="1106" name="Google Shape;1565;p31"/>
              <p:cNvSpPr/>
              <p:nvPr/>
            </p:nvSpPr>
            <p:spPr>
              <a:xfrm flipH="1">
                <a:off x="3902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7" name="Google Shape;1566;p31"/>
              <p:cNvSpPr/>
              <p:nvPr/>
            </p:nvSpPr>
            <p:spPr>
              <a:xfrm flipH="1">
                <a:off x="3164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1567;p31"/>
              <p:cNvSpPr/>
              <p:nvPr/>
            </p:nvSpPr>
            <p:spPr>
              <a:xfrm flipH="1">
                <a:off x="24228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09" name="Google Shape;1568;p31"/>
            <p:cNvCxnSpPr/>
            <p:nvPr/>
          </p:nvCxnSpPr>
          <p:spPr>
            <a:xfrm flipH="1" flipV="1">
              <a:off x="5994720" y="226440"/>
              <a:ext cx="1505160" cy="225000"/>
            </a:xfrm>
            <a:prstGeom prst="straightConnector1">
              <a:avLst/>
            </a:prstGeom>
            <a:ln w="9525">
              <a:solidFill>
                <a:srgbClr val="494949"/>
              </a:solidFill>
              <a:round/>
            </a:ln>
          </p:spPr>
        </p:cxnSp>
        <p:cxnSp>
          <p:nvCxnSpPr>
            <p:cNvPr id="1110" name="Google Shape;1569;p31"/>
            <p:cNvCxnSpPr/>
            <p:nvPr/>
          </p:nvCxnSpPr>
          <p:spPr>
            <a:xfrm flipH="1" flipV="1">
              <a:off x="7512840" y="457560"/>
              <a:ext cx="829800" cy="743760"/>
            </a:xfrm>
            <a:prstGeom prst="straightConnector1">
              <a:avLst/>
            </a:prstGeom>
            <a:ln w="9525">
              <a:solidFill>
                <a:srgbClr val="494949"/>
              </a:solidFill>
              <a:round/>
            </a:ln>
          </p:spPr>
        </p:cxnSp>
        <p:cxnSp>
          <p:nvCxnSpPr>
            <p:cNvPr id="1111" name="Google Shape;1570;p31"/>
            <p:cNvCxnSpPr/>
            <p:nvPr/>
          </p:nvCxnSpPr>
          <p:spPr>
            <a:xfrm flipH="1">
              <a:off x="8348760" y="-6480"/>
              <a:ext cx="797040" cy="1188000"/>
            </a:xfrm>
            <a:prstGeom prst="straightConnector1">
              <a:avLst/>
            </a:prstGeom>
            <a:ln w="9525">
              <a:solidFill>
                <a:srgbClr val="494949"/>
              </a:solidFill>
              <a:round/>
            </a:ln>
          </p:spPr>
        </p:cxnSp>
        <p:grpSp>
          <p:nvGrpSpPr>
            <p:cNvPr id="1112" name="Google Shape;1571;p31"/>
            <p:cNvGrpSpPr/>
            <p:nvPr/>
          </p:nvGrpSpPr>
          <p:grpSpPr>
            <a:xfrm>
              <a:off x="8064360" y="1040400"/>
              <a:ext cx="581400" cy="582120"/>
              <a:chOff x="8064360" y="1040400"/>
              <a:chExt cx="581400" cy="582120"/>
            </a:xfrm>
          </p:grpSpPr>
          <p:sp>
            <p:nvSpPr>
              <p:cNvPr id="1113" name="Google Shape;1572;p31"/>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4" name="Google Shape;1573;p31"/>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5" name="Google Shape;1574;p31"/>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6" name="Google Shape;1575;p31"/>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7" name="Google Shape;1576;p31"/>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577;p31"/>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9" name="Google Shape;1578;p31"/>
            <p:cNvGrpSpPr/>
            <p:nvPr/>
          </p:nvGrpSpPr>
          <p:grpSpPr>
            <a:xfrm>
              <a:off x="7353000" y="316440"/>
              <a:ext cx="291600" cy="292320"/>
              <a:chOff x="7353000" y="316440"/>
              <a:chExt cx="291600" cy="292320"/>
            </a:xfrm>
          </p:grpSpPr>
          <p:sp>
            <p:nvSpPr>
              <p:cNvPr id="1120" name="Google Shape;1579;p31"/>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580;p31"/>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2" name="Google Shape;1581;p31"/>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3" name="Google Shape;1582;p31"/>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4" name="Google Shape;1583;p31"/>
            <p:cNvGrpSpPr/>
            <p:nvPr/>
          </p:nvGrpSpPr>
          <p:grpSpPr>
            <a:xfrm>
              <a:off x="8792280" y="321120"/>
              <a:ext cx="174600" cy="174600"/>
              <a:chOff x="8792280" y="321120"/>
              <a:chExt cx="174600" cy="174600"/>
            </a:xfrm>
          </p:grpSpPr>
          <p:sp>
            <p:nvSpPr>
              <p:cNvPr id="1125" name="Google Shape;1584;p31"/>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6" name="Google Shape;1585;p31"/>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7" name="Google Shape;1586;p31"/>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587;p31"/>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29" name="Google Shape;1588;p31"/>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589;p31"/>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1" name="Google Shape;1590;p31"/>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591;p31"/>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1592;p31"/>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4" name="Google Shape;1593;p31"/>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35" name="Google Shape;1594;p31"/>
            <p:cNvGrpSpPr/>
            <p:nvPr/>
          </p:nvGrpSpPr>
          <p:grpSpPr>
            <a:xfrm>
              <a:off x="8489880" y="171000"/>
              <a:ext cx="174960" cy="26640"/>
              <a:chOff x="8489880" y="171000"/>
              <a:chExt cx="174960" cy="26640"/>
            </a:xfrm>
          </p:grpSpPr>
          <p:sp>
            <p:nvSpPr>
              <p:cNvPr id="1136" name="Google Shape;1595;p31"/>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7" name="Google Shape;1596;p31"/>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8" name="Google Shape;1597;p31"/>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39" name="Google Shape;1598;p31"/>
            <p:cNvGrpSpPr/>
            <p:nvPr/>
          </p:nvGrpSpPr>
          <p:grpSpPr>
            <a:xfrm>
              <a:off x="8678520" y="1658160"/>
              <a:ext cx="174600" cy="26640"/>
              <a:chOff x="8678520" y="1658160"/>
              <a:chExt cx="174600" cy="26640"/>
            </a:xfrm>
          </p:grpSpPr>
          <p:sp>
            <p:nvSpPr>
              <p:cNvPr id="1140" name="Google Shape;1599;p31"/>
              <p:cNvSpPr/>
              <p:nvPr/>
            </p:nvSpPr>
            <p:spPr>
              <a:xfrm>
                <a:off x="86785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1" name="Google Shape;1600;p31"/>
              <p:cNvSpPr/>
              <p:nvPr/>
            </p:nvSpPr>
            <p:spPr>
              <a:xfrm>
                <a:off x="87523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601;p31"/>
              <p:cNvSpPr/>
              <p:nvPr/>
            </p:nvSpPr>
            <p:spPr>
              <a:xfrm>
                <a:off x="882648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22">
    <p:bg>
      <p:bgPr>
        <a:solidFill>
          <a:schemeClr val="lt1"/>
        </a:solidFill>
        <a:effectLst/>
      </p:bgPr>
    </p:bg>
    <p:spTree>
      <p:nvGrpSpPr>
        <p:cNvPr id="1" name=""/>
        <p:cNvGrpSpPr/>
        <p:nvPr/>
      </p:nvGrpSpPr>
      <p:grpSpPr>
        <a:xfrm>
          <a:off x="0" y="0"/>
          <a:ext cx="0" cy="0"/>
          <a:chOff x="0" y="0"/>
          <a:chExt cx="0" cy="0"/>
        </a:xfrm>
      </p:grpSpPr>
      <p:grpSp>
        <p:nvGrpSpPr>
          <p:cNvPr id="1143" name="Google Shape;1603;p32"/>
          <p:cNvGrpSpPr/>
          <p:nvPr/>
        </p:nvGrpSpPr>
        <p:grpSpPr>
          <a:xfrm>
            <a:off x="1349640" y="598320"/>
            <a:ext cx="6453360" cy="3630600"/>
            <a:chOff x="1349640" y="598320"/>
            <a:chExt cx="6453360" cy="3630600"/>
          </a:xfrm>
        </p:grpSpPr>
        <p:sp>
          <p:nvSpPr>
            <p:cNvPr id="1144" name="Google Shape;1604;p32"/>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5" name="Google Shape;1605;p32"/>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rgbClr val="D6EEF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46" name="PlaceHolder 1"/>
          <p:cNvSpPr>
            <a:spLocks noGrp="1"/>
          </p:cNvSpPr>
          <p:nvPr>
            <p:ph type="title"/>
          </p:nvPr>
        </p:nvSpPr>
        <p:spPr>
          <a:xfrm>
            <a:off x="2624400" y="1018440"/>
            <a:ext cx="3904200" cy="19015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147" name="Google Shape;1607;p32"/>
          <p:cNvGrpSpPr/>
          <p:nvPr/>
        </p:nvGrpSpPr>
        <p:grpSpPr>
          <a:xfrm>
            <a:off x="-6840" y="-6480"/>
            <a:ext cx="9152280" cy="5101560"/>
            <a:chOff x="-6840" y="-6480"/>
            <a:chExt cx="9152280" cy="5101560"/>
          </a:xfrm>
        </p:grpSpPr>
        <p:cxnSp>
          <p:nvCxnSpPr>
            <p:cNvPr id="1148" name="Google Shape;1608;p32"/>
            <p:cNvCxnSpPr/>
            <p:nvPr/>
          </p:nvCxnSpPr>
          <p:spPr>
            <a:xfrm>
              <a:off x="2904120" y="4512960"/>
              <a:ext cx="1133280" cy="306720"/>
            </a:xfrm>
            <a:prstGeom prst="straightConnector1">
              <a:avLst/>
            </a:prstGeom>
            <a:ln w="9525">
              <a:solidFill>
                <a:srgbClr val="595959"/>
              </a:solidFill>
              <a:round/>
            </a:ln>
          </p:spPr>
        </p:cxnSp>
        <p:cxnSp>
          <p:nvCxnSpPr>
            <p:cNvPr id="1149" name="Google Shape;1609;p32"/>
            <p:cNvCxnSpPr/>
            <p:nvPr/>
          </p:nvCxnSpPr>
          <p:spPr>
            <a:xfrm flipV="1">
              <a:off x="1562040" y="4492080"/>
              <a:ext cx="1342440" cy="315720"/>
            </a:xfrm>
            <a:prstGeom prst="straightConnector1">
              <a:avLst/>
            </a:prstGeom>
            <a:ln w="9525">
              <a:solidFill>
                <a:srgbClr val="595959"/>
              </a:solidFill>
              <a:round/>
            </a:ln>
          </p:spPr>
        </p:cxnSp>
        <p:cxnSp>
          <p:nvCxnSpPr>
            <p:cNvPr id="1150" name="Google Shape;1610;p32"/>
            <p:cNvCxnSpPr/>
            <p:nvPr/>
          </p:nvCxnSpPr>
          <p:spPr>
            <a:xfrm>
              <a:off x="259200" y="4407840"/>
              <a:ext cx="1332360" cy="392400"/>
            </a:xfrm>
            <a:prstGeom prst="straightConnector1">
              <a:avLst/>
            </a:prstGeom>
            <a:ln w="9525">
              <a:solidFill>
                <a:srgbClr val="595959"/>
              </a:solidFill>
              <a:round/>
            </a:ln>
          </p:spPr>
        </p:cxnSp>
        <p:cxnSp>
          <p:nvCxnSpPr>
            <p:cNvPr id="1151" name="Google Shape;1611;p32"/>
            <p:cNvCxnSpPr/>
            <p:nvPr/>
          </p:nvCxnSpPr>
          <p:spPr>
            <a:xfrm>
              <a:off x="-6840" y="3993480"/>
              <a:ext cx="273960" cy="407520"/>
            </a:xfrm>
            <a:prstGeom prst="straightConnector1">
              <a:avLst/>
            </a:prstGeom>
            <a:ln w="9525">
              <a:solidFill>
                <a:srgbClr val="595959"/>
              </a:solidFill>
              <a:round/>
            </a:ln>
          </p:spPr>
        </p:cxnSp>
        <p:grpSp>
          <p:nvGrpSpPr>
            <p:cNvPr id="1152" name="Google Shape;1612;p32"/>
            <p:cNvGrpSpPr/>
            <p:nvPr/>
          </p:nvGrpSpPr>
          <p:grpSpPr>
            <a:xfrm>
              <a:off x="1278000" y="4512960"/>
              <a:ext cx="581400" cy="582120"/>
              <a:chOff x="1278000" y="4512960"/>
              <a:chExt cx="581400" cy="582120"/>
            </a:xfrm>
          </p:grpSpPr>
          <p:sp>
            <p:nvSpPr>
              <p:cNvPr id="1153" name="Google Shape;1613;p32"/>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4" name="Google Shape;1614;p32"/>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5" name="Google Shape;1615;p32"/>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616;p32"/>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7" name="Google Shape;1617;p32"/>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618;p32"/>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59" name="Google Shape;1619;p32"/>
            <p:cNvGrpSpPr/>
            <p:nvPr/>
          </p:nvGrpSpPr>
          <p:grpSpPr>
            <a:xfrm>
              <a:off x="2747520" y="4340520"/>
              <a:ext cx="291600" cy="292320"/>
              <a:chOff x="2747520" y="4340520"/>
              <a:chExt cx="291600" cy="292320"/>
            </a:xfrm>
          </p:grpSpPr>
          <p:sp>
            <p:nvSpPr>
              <p:cNvPr id="1160" name="Google Shape;1620;p32"/>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621;p32"/>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2" name="Google Shape;1622;p32"/>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623;p32"/>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4" name="Google Shape;1624;p32"/>
            <p:cNvGrpSpPr/>
            <p:nvPr/>
          </p:nvGrpSpPr>
          <p:grpSpPr>
            <a:xfrm>
              <a:off x="171000" y="4314960"/>
              <a:ext cx="174600" cy="174600"/>
              <a:chOff x="171000" y="4314960"/>
              <a:chExt cx="174600" cy="174600"/>
            </a:xfrm>
          </p:grpSpPr>
          <p:sp>
            <p:nvSpPr>
              <p:cNvPr id="1165" name="Google Shape;1625;p32"/>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626;p32"/>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7" name="Google Shape;1627;p32"/>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8" name="Google Shape;1628;p32"/>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9" name="Google Shape;1629;p32"/>
            <p:cNvGrpSpPr/>
            <p:nvPr/>
          </p:nvGrpSpPr>
          <p:grpSpPr>
            <a:xfrm>
              <a:off x="3872880" y="4657680"/>
              <a:ext cx="292680" cy="293040"/>
              <a:chOff x="3872880" y="4657680"/>
              <a:chExt cx="292680" cy="293040"/>
            </a:xfrm>
          </p:grpSpPr>
          <p:sp>
            <p:nvSpPr>
              <p:cNvPr id="1170" name="Google Shape;1630;p32"/>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1" name="Google Shape;1631;p32"/>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2" name="Google Shape;1632;p32"/>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633;p32"/>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4" name="Google Shape;1634;p32"/>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635;p32"/>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6" name="Google Shape;1636;p32"/>
            <p:cNvGrpSpPr/>
            <p:nvPr/>
          </p:nvGrpSpPr>
          <p:grpSpPr>
            <a:xfrm>
              <a:off x="242280" y="4142520"/>
              <a:ext cx="174600" cy="26640"/>
              <a:chOff x="242280" y="4142520"/>
              <a:chExt cx="174600" cy="26640"/>
            </a:xfrm>
          </p:grpSpPr>
          <p:sp>
            <p:nvSpPr>
              <p:cNvPr id="1177" name="Google Shape;1637;p32"/>
              <p:cNvSpPr/>
              <p:nvPr/>
            </p:nvSpPr>
            <p:spPr>
              <a:xfrm flipH="1">
                <a:off x="3902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8" name="Google Shape;1638;p32"/>
              <p:cNvSpPr/>
              <p:nvPr/>
            </p:nvSpPr>
            <p:spPr>
              <a:xfrm flipH="1">
                <a:off x="3164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9" name="Google Shape;1639;p32"/>
              <p:cNvSpPr/>
              <p:nvPr/>
            </p:nvSpPr>
            <p:spPr>
              <a:xfrm flipH="1">
                <a:off x="24228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80" name="Google Shape;1640;p32"/>
            <p:cNvCxnSpPr/>
            <p:nvPr/>
          </p:nvCxnSpPr>
          <p:spPr>
            <a:xfrm flipH="1" flipV="1">
              <a:off x="5994720" y="226440"/>
              <a:ext cx="1505160" cy="225000"/>
            </a:xfrm>
            <a:prstGeom prst="straightConnector1">
              <a:avLst/>
            </a:prstGeom>
            <a:ln w="9525">
              <a:solidFill>
                <a:srgbClr val="595959"/>
              </a:solidFill>
              <a:round/>
            </a:ln>
          </p:spPr>
        </p:cxnSp>
        <p:cxnSp>
          <p:nvCxnSpPr>
            <p:cNvPr id="1181" name="Google Shape;1641;p32"/>
            <p:cNvCxnSpPr/>
            <p:nvPr/>
          </p:nvCxnSpPr>
          <p:spPr>
            <a:xfrm flipH="1" flipV="1">
              <a:off x="7512840" y="457560"/>
              <a:ext cx="829800" cy="743760"/>
            </a:xfrm>
            <a:prstGeom prst="straightConnector1">
              <a:avLst/>
            </a:prstGeom>
            <a:ln w="9525">
              <a:solidFill>
                <a:srgbClr val="595959"/>
              </a:solidFill>
              <a:round/>
            </a:ln>
          </p:spPr>
        </p:cxnSp>
        <p:cxnSp>
          <p:nvCxnSpPr>
            <p:cNvPr id="1182" name="Google Shape;1642;p32"/>
            <p:cNvCxnSpPr/>
            <p:nvPr/>
          </p:nvCxnSpPr>
          <p:spPr>
            <a:xfrm flipH="1">
              <a:off x="8348760" y="-6480"/>
              <a:ext cx="797040" cy="1188000"/>
            </a:xfrm>
            <a:prstGeom prst="straightConnector1">
              <a:avLst/>
            </a:prstGeom>
            <a:ln w="9525">
              <a:solidFill>
                <a:srgbClr val="595959"/>
              </a:solidFill>
              <a:round/>
            </a:ln>
          </p:spPr>
        </p:cxnSp>
        <p:grpSp>
          <p:nvGrpSpPr>
            <p:cNvPr id="1183" name="Google Shape;1643;p32"/>
            <p:cNvGrpSpPr/>
            <p:nvPr/>
          </p:nvGrpSpPr>
          <p:grpSpPr>
            <a:xfrm>
              <a:off x="8064360" y="1040400"/>
              <a:ext cx="581400" cy="582120"/>
              <a:chOff x="8064360" y="1040400"/>
              <a:chExt cx="581400" cy="582120"/>
            </a:xfrm>
          </p:grpSpPr>
          <p:sp>
            <p:nvSpPr>
              <p:cNvPr id="1184" name="Google Shape;1644;p32"/>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5" name="Google Shape;1645;p32"/>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6" name="Google Shape;1646;p32"/>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1647;p32"/>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8" name="Google Shape;1648;p32"/>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649;p32"/>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0" name="Google Shape;1650;p32"/>
            <p:cNvGrpSpPr/>
            <p:nvPr/>
          </p:nvGrpSpPr>
          <p:grpSpPr>
            <a:xfrm>
              <a:off x="7353000" y="316440"/>
              <a:ext cx="291600" cy="292320"/>
              <a:chOff x="7353000" y="316440"/>
              <a:chExt cx="291600" cy="292320"/>
            </a:xfrm>
          </p:grpSpPr>
          <p:sp>
            <p:nvSpPr>
              <p:cNvPr id="1191" name="Google Shape;1651;p3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1652;p3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3" name="Google Shape;1653;p3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654;p3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5" name="Google Shape;1655;p32"/>
            <p:cNvGrpSpPr/>
            <p:nvPr/>
          </p:nvGrpSpPr>
          <p:grpSpPr>
            <a:xfrm>
              <a:off x="8792280" y="321120"/>
              <a:ext cx="174600" cy="174600"/>
              <a:chOff x="8792280" y="321120"/>
              <a:chExt cx="174600" cy="174600"/>
            </a:xfrm>
          </p:grpSpPr>
          <p:sp>
            <p:nvSpPr>
              <p:cNvPr id="1196" name="Google Shape;1656;p32"/>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1657;p32"/>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8" name="Google Shape;1658;p32"/>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1659;p32"/>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00" name="Google Shape;1660;p32"/>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1" name="Google Shape;1661;p32"/>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2" name="Google Shape;1662;p32"/>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3" name="Google Shape;1663;p32"/>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4" name="Google Shape;1664;p32"/>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665;p32"/>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06" name="Google Shape;1666;p32"/>
            <p:cNvGrpSpPr/>
            <p:nvPr/>
          </p:nvGrpSpPr>
          <p:grpSpPr>
            <a:xfrm>
              <a:off x="8489880" y="171000"/>
              <a:ext cx="174960" cy="26640"/>
              <a:chOff x="8489880" y="171000"/>
              <a:chExt cx="174960" cy="26640"/>
            </a:xfrm>
          </p:grpSpPr>
          <p:sp>
            <p:nvSpPr>
              <p:cNvPr id="1207" name="Google Shape;1667;p32"/>
              <p:cNvSpPr/>
              <p:nvPr/>
            </p:nvSpPr>
            <p:spPr>
              <a:xfrm>
                <a:off x="848988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8" name="Google Shape;1668;p32"/>
              <p:cNvSpPr/>
              <p:nvPr/>
            </p:nvSpPr>
            <p:spPr>
              <a:xfrm>
                <a:off x="856404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9" name="Google Shape;1669;p32"/>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0" name="Google Shape;1670;p32"/>
            <p:cNvGrpSpPr/>
            <p:nvPr/>
          </p:nvGrpSpPr>
          <p:grpSpPr>
            <a:xfrm>
              <a:off x="8678520" y="1658160"/>
              <a:ext cx="174600" cy="26640"/>
              <a:chOff x="8678520" y="1658160"/>
              <a:chExt cx="174600" cy="26640"/>
            </a:xfrm>
          </p:grpSpPr>
          <p:sp>
            <p:nvSpPr>
              <p:cNvPr id="1211" name="Google Shape;1671;p32"/>
              <p:cNvSpPr/>
              <p:nvPr/>
            </p:nvSpPr>
            <p:spPr>
              <a:xfrm>
                <a:off x="86785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2" name="Google Shape;1672;p32"/>
              <p:cNvSpPr/>
              <p:nvPr/>
            </p:nvSpPr>
            <p:spPr>
              <a:xfrm>
                <a:off x="87523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673;p32"/>
              <p:cNvSpPr/>
              <p:nvPr/>
            </p:nvSpPr>
            <p:spPr>
              <a:xfrm>
                <a:off x="882648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23">
    <p:bg>
      <p:bgPr>
        <a:solidFill>
          <a:schemeClr val="lt1"/>
        </a:solidFill>
        <a:effectLst/>
      </p:bgPr>
    </p:bg>
    <p:spTree>
      <p:nvGrpSpPr>
        <p:cNvPr id="1" name=""/>
        <p:cNvGrpSpPr/>
        <p:nvPr/>
      </p:nvGrpSpPr>
      <p:grpSpPr>
        <a:xfrm>
          <a:off x="0" y="0"/>
          <a:ext cx="0" cy="0"/>
          <a:chOff x="0" y="0"/>
          <a:chExt cx="0" cy="0"/>
        </a:xfrm>
      </p:grpSpPr>
      <p:sp>
        <p:nvSpPr>
          <p:cNvPr id="1214" name="PlaceHolder 1"/>
          <p:cNvSpPr>
            <a:spLocks noGrp="1"/>
          </p:cNvSpPr>
          <p:nvPr>
            <p:ph type="body"/>
          </p:nvPr>
        </p:nvSpPr>
        <p:spPr>
          <a:xfrm>
            <a:off x="1881360" y="1246680"/>
            <a:ext cx="21330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5" name="PlaceHolder 2"/>
          <p:cNvSpPr>
            <a:spLocks noGrp="1"/>
          </p:cNvSpPr>
          <p:nvPr>
            <p:ph type="body"/>
          </p:nvPr>
        </p:nvSpPr>
        <p:spPr>
          <a:xfrm>
            <a:off x="4220280" y="1246680"/>
            <a:ext cx="30996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6" name="PlaceHolder 3"/>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217" name="Google Shape;1679;p33"/>
          <p:cNvGrpSpPr/>
          <p:nvPr/>
        </p:nvGrpSpPr>
        <p:grpSpPr>
          <a:xfrm>
            <a:off x="432720" y="0"/>
            <a:ext cx="8278200" cy="5165640"/>
            <a:chOff x="432720" y="0"/>
            <a:chExt cx="8278200" cy="5165640"/>
          </a:xfrm>
        </p:grpSpPr>
        <p:cxnSp>
          <p:nvCxnSpPr>
            <p:cNvPr id="1218" name="Google Shape;1680;p33"/>
            <p:cNvCxnSpPr/>
            <p:nvPr/>
          </p:nvCxnSpPr>
          <p:spPr>
            <a:xfrm flipV="1">
              <a:off x="8420040" y="2664000"/>
              <a:ext cx="360" cy="2502000"/>
            </a:xfrm>
            <a:prstGeom prst="straightConnector1">
              <a:avLst/>
            </a:prstGeom>
            <a:ln w="9525">
              <a:solidFill>
                <a:srgbClr val="3D3D3D"/>
              </a:solidFill>
              <a:round/>
            </a:ln>
          </p:spPr>
        </p:cxnSp>
        <p:grpSp>
          <p:nvGrpSpPr>
            <p:cNvPr id="1219" name="Google Shape;1681;p33"/>
            <p:cNvGrpSpPr/>
            <p:nvPr/>
          </p:nvGrpSpPr>
          <p:grpSpPr>
            <a:xfrm>
              <a:off x="8129520" y="4292280"/>
              <a:ext cx="581400" cy="582120"/>
              <a:chOff x="8129520" y="4292280"/>
              <a:chExt cx="581400" cy="582120"/>
            </a:xfrm>
          </p:grpSpPr>
          <p:sp>
            <p:nvSpPr>
              <p:cNvPr id="1220" name="Google Shape;1682;p3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1" name="Google Shape;1683;p3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2" name="Google Shape;1684;p3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1685;p3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4" name="Google Shape;1686;p3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687;p3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26" name="Google Shape;1688;p33"/>
            <p:cNvGrpSpPr/>
            <p:nvPr/>
          </p:nvGrpSpPr>
          <p:grpSpPr>
            <a:xfrm>
              <a:off x="8274240" y="3720600"/>
              <a:ext cx="291600" cy="292320"/>
              <a:chOff x="8274240" y="3720600"/>
              <a:chExt cx="291600" cy="292320"/>
            </a:xfrm>
          </p:grpSpPr>
          <p:sp>
            <p:nvSpPr>
              <p:cNvPr id="1227" name="Google Shape;1689;p3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1690;p3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9" name="Google Shape;1691;p3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692;p3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1" name="Google Shape;1693;p33"/>
            <p:cNvGrpSpPr/>
            <p:nvPr/>
          </p:nvGrpSpPr>
          <p:grpSpPr>
            <a:xfrm>
              <a:off x="8332920" y="3212640"/>
              <a:ext cx="174600" cy="174600"/>
              <a:chOff x="8332920" y="3212640"/>
              <a:chExt cx="174600" cy="174600"/>
            </a:xfrm>
          </p:grpSpPr>
          <p:sp>
            <p:nvSpPr>
              <p:cNvPr id="1232" name="Google Shape;1694;p3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1695;p3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4" name="Google Shape;1696;p3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1697;p3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36" name="Google Shape;1698;p33"/>
            <p:cNvCxnSpPr/>
            <p:nvPr/>
          </p:nvCxnSpPr>
          <p:spPr>
            <a:xfrm>
              <a:off x="723600" y="360"/>
              <a:ext cx="360" cy="2502000"/>
            </a:xfrm>
            <a:prstGeom prst="straightConnector1">
              <a:avLst/>
            </a:prstGeom>
            <a:ln w="9525">
              <a:solidFill>
                <a:srgbClr val="3D3D3D"/>
              </a:solidFill>
              <a:round/>
            </a:ln>
          </p:spPr>
        </p:cxnSp>
        <p:grpSp>
          <p:nvGrpSpPr>
            <p:cNvPr id="1237" name="Google Shape;1699;p33"/>
            <p:cNvGrpSpPr/>
            <p:nvPr/>
          </p:nvGrpSpPr>
          <p:grpSpPr>
            <a:xfrm>
              <a:off x="433080" y="291960"/>
              <a:ext cx="581400" cy="582120"/>
              <a:chOff x="433080" y="291960"/>
              <a:chExt cx="581400" cy="582120"/>
            </a:xfrm>
          </p:grpSpPr>
          <p:sp>
            <p:nvSpPr>
              <p:cNvPr id="1238" name="Google Shape;1700;p3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1701;p3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0" name="Google Shape;1702;p3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1703;p3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2" name="Google Shape;1704;p3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705;p3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4" name="Google Shape;1706;p33"/>
            <p:cNvGrpSpPr/>
            <p:nvPr/>
          </p:nvGrpSpPr>
          <p:grpSpPr>
            <a:xfrm>
              <a:off x="578160" y="1153440"/>
              <a:ext cx="291600" cy="292320"/>
              <a:chOff x="578160" y="1153440"/>
              <a:chExt cx="291600" cy="292320"/>
            </a:xfrm>
          </p:grpSpPr>
          <p:sp>
            <p:nvSpPr>
              <p:cNvPr id="1245" name="Google Shape;1707;p3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6" name="Google Shape;1708;p3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709;p3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8" name="Google Shape;1710;p3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9" name="Google Shape;1711;p33"/>
            <p:cNvGrpSpPr/>
            <p:nvPr/>
          </p:nvGrpSpPr>
          <p:grpSpPr>
            <a:xfrm>
              <a:off x="636480" y="1779120"/>
              <a:ext cx="174600" cy="174600"/>
              <a:chOff x="636480" y="1779120"/>
              <a:chExt cx="174600" cy="174600"/>
            </a:xfrm>
          </p:grpSpPr>
          <p:sp>
            <p:nvSpPr>
              <p:cNvPr id="1250" name="Google Shape;1712;p3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1" name="Google Shape;1713;p3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2" name="Google Shape;1714;p3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715;p3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4" name="Google Shape;1716;p33"/>
            <p:cNvGrpSpPr/>
            <p:nvPr/>
          </p:nvGrpSpPr>
          <p:grpSpPr>
            <a:xfrm>
              <a:off x="432720" y="2003040"/>
              <a:ext cx="174960" cy="26640"/>
              <a:chOff x="432720" y="2003040"/>
              <a:chExt cx="174960" cy="26640"/>
            </a:xfrm>
          </p:grpSpPr>
          <p:sp>
            <p:nvSpPr>
              <p:cNvPr id="1255" name="Google Shape;1717;p3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6" name="Google Shape;1718;p3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1719;p3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8" name="Google Shape;1720;p33"/>
            <p:cNvGrpSpPr/>
            <p:nvPr/>
          </p:nvGrpSpPr>
          <p:grpSpPr>
            <a:xfrm>
              <a:off x="788040" y="208440"/>
              <a:ext cx="174600" cy="26640"/>
              <a:chOff x="788040" y="208440"/>
              <a:chExt cx="174600" cy="26640"/>
            </a:xfrm>
          </p:grpSpPr>
          <p:sp>
            <p:nvSpPr>
              <p:cNvPr id="1259" name="Google Shape;1721;p3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0" name="Google Shape;1722;p3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723;p3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2" name="Google Shape;1724;p33"/>
            <p:cNvGrpSpPr/>
            <p:nvPr/>
          </p:nvGrpSpPr>
          <p:grpSpPr>
            <a:xfrm>
              <a:off x="8129520" y="4988880"/>
              <a:ext cx="174600" cy="26640"/>
              <a:chOff x="8129520" y="4988880"/>
              <a:chExt cx="174600" cy="26640"/>
            </a:xfrm>
          </p:grpSpPr>
          <p:sp>
            <p:nvSpPr>
              <p:cNvPr id="1263" name="Google Shape;1725;p3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1726;p3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727;p3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6" name="Google Shape;1728;p33"/>
            <p:cNvGrpSpPr/>
            <p:nvPr/>
          </p:nvGrpSpPr>
          <p:grpSpPr>
            <a:xfrm>
              <a:off x="8497440" y="3429360"/>
              <a:ext cx="174600" cy="26640"/>
              <a:chOff x="8497440" y="3429360"/>
              <a:chExt cx="174600" cy="26640"/>
            </a:xfrm>
          </p:grpSpPr>
          <p:sp>
            <p:nvSpPr>
              <p:cNvPr id="1267" name="Google Shape;1729;p3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1730;p3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731;p3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70" name="Google Shape;1732;p33"/>
            <p:cNvCxnSpPr/>
            <p:nvPr/>
          </p:nvCxnSpPr>
          <p:spPr>
            <a:xfrm>
              <a:off x="8407080" y="0"/>
              <a:ext cx="360" cy="2161080"/>
            </a:xfrm>
            <a:prstGeom prst="straightConnector1">
              <a:avLst/>
            </a:prstGeom>
            <a:ln w="9525">
              <a:solidFill>
                <a:srgbClr val="3D3D3D"/>
              </a:solidFill>
              <a:round/>
            </a:ln>
          </p:spPr>
        </p:cxnSp>
        <p:cxnSp>
          <p:nvCxnSpPr>
            <p:cNvPr id="1271" name="Google Shape;1733;p33"/>
            <p:cNvCxnSpPr/>
            <p:nvPr/>
          </p:nvCxnSpPr>
          <p:spPr>
            <a:xfrm>
              <a:off x="717840" y="2985480"/>
              <a:ext cx="360" cy="2161080"/>
            </a:xfrm>
            <a:prstGeom prst="straightConnector1">
              <a:avLst/>
            </a:prstGeom>
            <a:ln w="9525">
              <a:solidFill>
                <a:srgbClr val="3D3D3D"/>
              </a:solidFill>
              <a:round/>
            </a:ln>
          </p:spPr>
        </p:cxnSp>
        <p:sp>
          <p:nvSpPr>
            <p:cNvPr id="1272" name="Google Shape;1734;p3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3" name="Google Shape;1735;p3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4" name="Google Shape;1736;p3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737;p3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76" name="PlaceHolder 1"/>
          <p:cNvSpPr>
            <a:spLocks noGrp="1"/>
          </p:cNvSpPr>
          <p:nvPr>
            <p:ph type="title"/>
          </p:nvPr>
        </p:nvSpPr>
        <p:spPr>
          <a:xfrm>
            <a:off x="1807560" y="338400"/>
            <a:ext cx="5528520" cy="6123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77" name="PlaceHolder 2"/>
          <p:cNvSpPr>
            <a:spLocks noGrp="1"/>
          </p:cNvSpPr>
          <p:nvPr>
            <p:ph type="title"/>
          </p:nvPr>
        </p:nvSpPr>
        <p:spPr>
          <a:xfrm>
            <a:off x="2779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sp>
        <p:nvSpPr>
          <p:cNvPr id="1278" name="PlaceHolder 3"/>
          <p:cNvSpPr>
            <a:spLocks noGrp="1"/>
          </p:cNvSpPr>
          <p:nvPr>
            <p:ph type="title"/>
          </p:nvPr>
        </p:nvSpPr>
        <p:spPr>
          <a:xfrm>
            <a:off x="5641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grpSp>
        <p:nvGrpSpPr>
          <p:cNvPr id="1279" name="Google Shape;183;p5"/>
          <p:cNvGrpSpPr/>
          <p:nvPr/>
        </p:nvGrpSpPr>
        <p:grpSpPr>
          <a:xfrm>
            <a:off x="432720" y="0"/>
            <a:ext cx="8278200" cy="5165640"/>
            <a:chOff x="432720" y="0"/>
            <a:chExt cx="8278200" cy="5165640"/>
          </a:xfrm>
        </p:grpSpPr>
        <p:cxnSp>
          <p:nvCxnSpPr>
            <p:cNvPr id="1280" name="Google Shape;184;p5"/>
            <p:cNvCxnSpPr/>
            <p:nvPr/>
          </p:nvCxnSpPr>
          <p:spPr>
            <a:xfrm flipV="1">
              <a:off x="8420040" y="2664000"/>
              <a:ext cx="360" cy="2502000"/>
            </a:xfrm>
            <a:prstGeom prst="straightConnector1">
              <a:avLst/>
            </a:prstGeom>
            <a:ln w="9525">
              <a:solidFill>
                <a:srgbClr val="3D3D3D"/>
              </a:solidFill>
              <a:round/>
            </a:ln>
          </p:spPr>
        </p:cxnSp>
        <p:grpSp>
          <p:nvGrpSpPr>
            <p:cNvPr id="1281" name="Google Shape;185;p5"/>
            <p:cNvGrpSpPr/>
            <p:nvPr/>
          </p:nvGrpSpPr>
          <p:grpSpPr>
            <a:xfrm>
              <a:off x="8129520" y="4292280"/>
              <a:ext cx="581400" cy="582120"/>
              <a:chOff x="8129520" y="4292280"/>
              <a:chExt cx="581400" cy="582120"/>
            </a:xfrm>
          </p:grpSpPr>
          <p:sp>
            <p:nvSpPr>
              <p:cNvPr id="1282" name="Google Shape;186;p5"/>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3" name="Google Shape;187;p5"/>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4" name="Google Shape;188;p5"/>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89;p5"/>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6" name="Google Shape;190;p5"/>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91;p5"/>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88" name="Google Shape;192;p5"/>
            <p:cNvGrpSpPr/>
            <p:nvPr/>
          </p:nvGrpSpPr>
          <p:grpSpPr>
            <a:xfrm>
              <a:off x="8274240" y="3720600"/>
              <a:ext cx="291600" cy="292320"/>
              <a:chOff x="8274240" y="3720600"/>
              <a:chExt cx="291600" cy="292320"/>
            </a:xfrm>
          </p:grpSpPr>
          <p:sp>
            <p:nvSpPr>
              <p:cNvPr id="1289" name="Google Shape;193;p5"/>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0" name="Google Shape;194;p5"/>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1" name="Google Shape;195;p5"/>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196;p5"/>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3" name="Google Shape;197;p5"/>
            <p:cNvGrpSpPr/>
            <p:nvPr/>
          </p:nvGrpSpPr>
          <p:grpSpPr>
            <a:xfrm>
              <a:off x="8332920" y="3212640"/>
              <a:ext cx="174600" cy="174600"/>
              <a:chOff x="8332920" y="3212640"/>
              <a:chExt cx="174600" cy="174600"/>
            </a:xfrm>
          </p:grpSpPr>
          <p:sp>
            <p:nvSpPr>
              <p:cNvPr id="1294" name="Google Shape;198;p5"/>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5" name="Google Shape;199;p5"/>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6" name="Google Shape;200;p5"/>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201;p5"/>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98" name="Google Shape;202;p5"/>
            <p:cNvCxnSpPr/>
            <p:nvPr/>
          </p:nvCxnSpPr>
          <p:spPr>
            <a:xfrm>
              <a:off x="723600" y="360"/>
              <a:ext cx="360" cy="2502000"/>
            </a:xfrm>
            <a:prstGeom prst="straightConnector1">
              <a:avLst/>
            </a:prstGeom>
            <a:ln w="9525">
              <a:solidFill>
                <a:srgbClr val="3D3D3D"/>
              </a:solidFill>
              <a:round/>
            </a:ln>
          </p:spPr>
        </p:cxnSp>
        <p:grpSp>
          <p:nvGrpSpPr>
            <p:cNvPr id="1299" name="Google Shape;203;p5"/>
            <p:cNvGrpSpPr/>
            <p:nvPr/>
          </p:nvGrpSpPr>
          <p:grpSpPr>
            <a:xfrm>
              <a:off x="433080" y="291960"/>
              <a:ext cx="581400" cy="582120"/>
              <a:chOff x="433080" y="291960"/>
              <a:chExt cx="581400" cy="582120"/>
            </a:xfrm>
          </p:grpSpPr>
          <p:sp>
            <p:nvSpPr>
              <p:cNvPr id="1300" name="Google Shape;204;p5"/>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205;p5"/>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2" name="Google Shape;206;p5"/>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207;p5"/>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4" name="Google Shape;208;p5"/>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209;p5"/>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06" name="Google Shape;210;p5"/>
            <p:cNvGrpSpPr/>
            <p:nvPr/>
          </p:nvGrpSpPr>
          <p:grpSpPr>
            <a:xfrm>
              <a:off x="578160" y="1153440"/>
              <a:ext cx="291600" cy="292320"/>
              <a:chOff x="578160" y="1153440"/>
              <a:chExt cx="291600" cy="292320"/>
            </a:xfrm>
          </p:grpSpPr>
          <p:sp>
            <p:nvSpPr>
              <p:cNvPr id="1307" name="Google Shape;211;p5"/>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8" name="Google Shape;212;p5"/>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9" name="Google Shape;213;p5"/>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214;p5"/>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1" name="Google Shape;215;p5"/>
            <p:cNvGrpSpPr/>
            <p:nvPr/>
          </p:nvGrpSpPr>
          <p:grpSpPr>
            <a:xfrm>
              <a:off x="636480" y="1779120"/>
              <a:ext cx="174600" cy="174600"/>
              <a:chOff x="636480" y="1779120"/>
              <a:chExt cx="174600" cy="174600"/>
            </a:xfrm>
          </p:grpSpPr>
          <p:sp>
            <p:nvSpPr>
              <p:cNvPr id="1312" name="Google Shape;216;p5"/>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3" name="Google Shape;217;p5"/>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4" name="Google Shape;218;p5"/>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219;p5"/>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6" name="Google Shape;220;p5"/>
            <p:cNvGrpSpPr/>
            <p:nvPr/>
          </p:nvGrpSpPr>
          <p:grpSpPr>
            <a:xfrm>
              <a:off x="432720" y="2003040"/>
              <a:ext cx="174960" cy="26640"/>
              <a:chOff x="432720" y="2003040"/>
              <a:chExt cx="174960" cy="26640"/>
            </a:xfrm>
          </p:grpSpPr>
          <p:sp>
            <p:nvSpPr>
              <p:cNvPr id="1317" name="Google Shape;221;p5"/>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8" name="Google Shape;222;p5"/>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223;p5"/>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0" name="Google Shape;224;p5"/>
            <p:cNvGrpSpPr/>
            <p:nvPr/>
          </p:nvGrpSpPr>
          <p:grpSpPr>
            <a:xfrm>
              <a:off x="788040" y="208440"/>
              <a:ext cx="174600" cy="26640"/>
              <a:chOff x="788040" y="208440"/>
              <a:chExt cx="174600" cy="26640"/>
            </a:xfrm>
          </p:grpSpPr>
          <p:sp>
            <p:nvSpPr>
              <p:cNvPr id="1321" name="Google Shape;225;p5"/>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2" name="Google Shape;226;p5"/>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227;p5"/>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4" name="Google Shape;228;p5"/>
            <p:cNvGrpSpPr/>
            <p:nvPr/>
          </p:nvGrpSpPr>
          <p:grpSpPr>
            <a:xfrm>
              <a:off x="8129520" y="4988880"/>
              <a:ext cx="174600" cy="26640"/>
              <a:chOff x="8129520" y="4988880"/>
              <a:chExt cx="174600" cy="26640"/>
            </a:xfrm>
          </p:grpSpPr>
          <p:sp>
            <p:nvSpPr>
              <p:cNvPr id="1325" name="Google Shape;229;p5"/>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6" name="Google Shape;230;p5"/>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231;p5"/>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8" name="Google Shape;232;p5"/>
            <p:cNvGrpSpPr/>
            <p:nvPr/>
          </p:nvGrpSpPr>
          <p:grpSpPr>
            <a:xfrm>
              <a:off x="8497440" y="3429360"/>
              <a:ext cx="174600" cy="26640"/>
              <a:chOff x="8497440" y="3429360"/>
              <a:chExt cx="174600" cy="26640"/>
            </a:xfrm>
          </p:grpSpPr>
          <p:sp>
            <p:nvSpPr>
              <p:cNvPr id="1329" name="Google Shape;233;p5"/>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0" name="Google Shape;234;p5"/>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1" name="Google Shape;235;p5"/>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32" name="Google Shape;236;p5"/>
            <p:cNvCxnSpPr/>
            <p:nvPr/>
          </p:nvCxnSpPr>
          <p:spPr>
            <a:xfrm>
              <a:off x="8407080" y="0"/>
              <a:ext cx="360" cy="2161080"/>
            </a:xfrm>
            <a:prstGeom prst="straightConnector1">
              <a:avLst/>
            </a:prstGeom>
            <a:ln w="9525">
              <a:solidFill>
                <a:srgbClr val="3D3D3D"/>
              </a:solidFill>
              <a:round/>
            </a:ln>
          </p:spPr>
        </p:cxnSp>
        <p:cxnSp>
          <p:nvCxnSpPr>
            <p:cNvPr id="1333" name="Google Shape;237;p5"/>
            <p:cNvCxnSpPr/>
            <p:nvPr/>
          </p:nvCxnSpPr>
          <p:spPr>
            <a:xfrm>
              <a:off x="717840" y="2985480"/>
              <a:ext cx="360" cy="2161080"/>
            </a:xfrm>
            <a:prstGeom prst="straightConnector1">
              <a:avLst/>
            </a:prstGeom>
            <a:ln w="9525">
              <a:solidFill>
                <a:srgbClr val="3D3D3D"/>
              </a:solidFill>
              <a:round/>
            </a:ln>
          </p:spPr>
        </p:cxnSp>
        <p:sp>
          <p:nvSpPr>
            <p:cNvPr id="1334" name="Google Shape;238;p5"/>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5" name="Google Shape;239;p5"/>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240;p5"/>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241;p5"/>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38" name="PlaceHolder 1"/>
          <p:cNvSpPr>
            <a:spLocks noGrp="1"/>
          </p:cNvSpPr>
          <p:nvPr>
            <p:ph type="title"/>
          </p:nvPr>
        </p:nvSpPr>
        <p:spPr>
          <a:xfrm>
            <a:off x="1823400" y="338400"/>
            <a:ext cx="54964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339" name="Google Shape;244;p6"/>
          <p:cNvGrpSpPr/>
          <p:nvPr/>
        </p:nvGrpSpPr>
        <p:grpSpPr>
          <a:xfrm>
            <a:off x="432720" y="0"/>
            <a:ext cx="8278200" cy="5165640"/>
            <a:chOff x="432720" y="0"/>
            <a:chExt cx="8278200" cy="5165640"/>
          </a:xfrm>
        </p:grpSpPr>
        <p:cxnSp>
          <p:nvCxnSpPr>
            <p:cNvPr id="1340" name="Google Shape;245;p6"/>
            <p:cNvCxnSpPr/>
            <p:nvPr/>
          </p:nvCxnSpPr>
          <p:spPr>
            <a:xfrm flipV="1">
              <a:off x="8420040" y="2664000"/>
              <a:ext cx="360" cy="2502000"/>
            </a:xfrm>
            <a:prstGeom prst="straightConnector1">
              <a:avLst/>
            </a:prstGeom>
            <a:ln w="9525">
              <a:solidFill>
                <a:srgbClr val="3D3D3D"/>
              </a:solidFill>
              <a:round/>
            </a:ln>
          </p:spPr>
        </p:cxnSp>
        <p:grpSp>
          <p:nvGrpSpPr>
            <p:cNvPr id="1341" name="Google Shape;246;p6"/>
            <p:cNvGrpSpPr/>
            <p:nvPr/>
          </p:nvGrpSpPr>
          <p:grpSpPr>
            <a:xfrm>
              <a:off x="8129520" y="4292280"/>
              <a:ext cx="581400" cy="582120"/>
              <a:chOff x="8129520" y="4292280"/>
              <a:chExt cx="581400" cy="582120"/>
            </a:xfrm>
          </p:grpSpPr>
          <p:sp>
            <p:nvSpPr>
              <p:cNvPr id="1342" name="Google Shape;247;p6"/>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3" name="Google Shape;248;p6"/>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4" name="Google Shape;249;p6"/>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5" name="Google Shape;250;p6"/>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6" name="Google Shape;251;p6"/>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7" name="Google Shape;252;p6"/>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8" name="Google Shape;253;p6"/>
            <p:cNvGrpSpPr/>
            <p:nvPr/>
          </p:nvGrpSpPr>
          <p:grpSpPr>
            <a:xfrm>
              <a:off x="8274240" y="3720600"/>
              <a:ext cx="291600" cy="292320"/>
              <a:chOff x="8274240" y="3720600"/>
              <a:chExt cx="291600" cy="292320"/>
            </a:xfrm>
          </p:grpSpPr>
          <p:sp>
            <p:nvSpPr>
              <p:cNvPr id="1349" name="Google Shape;254;p6"/>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0" name="Google Shape;255;p6"/>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1" name="Google Shape;256;p6"/>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2" name="Google Shape;257;p6"/>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3" name="Google Shape;258;p6"/>
            <p:cNvGrpSpPr/>
            <p:nvPr/>
          </p:nvGrpSpPr>
          <p:grpSpPr>
            <a:xfrm>
              <a:off x="8332920" y="3212640"/>
              <a:ext cx="174600" cy="174600"/>
              <a:chOff x="8332920" y="3212640"/>
              <a:chExt cx="174600" cy="174600"/>
            </a:xfrm>
          </p:grpSpPr>
          <p:sp>
            <p:nvSpPr>
              <p:cNvPr id="1354" name="Google Shape;259;p6"/>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5" name="Google Shape;260;p6"/>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6" name="Google Shape;261;p6"/>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7" name="Google Shape;262;p6"/>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58" name="Google Shape;263;p6"/>
            <p:cNvCxnSpPr/>
            <p:nvPr/>
          </p:nvCxnSpPr>
          <p:spPr>
            <a:xfrm>
              <a:off x="723600" y="360"/>
              <a:ext cx="360" cy="2502000"/>
            </a:xfrm>
            <a:prstGeom prst="straightConnector1">
              <a:avLst/>
            </a:prstGeom>
            <a:ln w="9525">
              <a:solidFill>
                <a:srgbClr val="3D3D3D"/>
              </a:solidFill>
              <a:round/>
            </a:ln>
          </p:spPr>
        </p:cxnSp>
        <p:grpSp>
          <p:nvGrpSpPr>
            <p:cNvPr id="1359" name="Google Shape;264;p6"/>
            <p:cNvGrpSpPr/>
            <p:nvPr/>
          </p:nvGrpSpPr>
          <p:grpSpPr>
            <a:xfrm>
              <a:off x="433080" y="291960"/>
              <a:ext cx="581400" cy="582120"/>
              <a:chOff x="433080" y="291960"/>
              <a:chExt cx="581400" cy="582120"/>
            </a:xfrm>
          </p:grpSpPr>
          <p:sp>
            <p:nvSpPr>
              <p:cNvPr id="1360" name="Google Shape;265;p6"/>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1" name="Google Shape;266;p6"/>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2" name="Google Shape;267;p6"/>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268;p6"/>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4" name="Google Shape;269;p6"/>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270;p6"/>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6" name="Google Shape;271;p6"/>
            <p:cNvGrpSpPr/>
            <p:nvPr/>
          </p:nvGrpSpPr>
          <p:grpSpPr>
            <a:xfrm>
              <a:off x="578160" y="1153440"/>
              <a:ext cx="291600" cy="292320"/>
              <a:chOff x="578160" y="1153440"/>
              <a:chExt cx="291600" cy="292320"/>
            </a:xfrm>
          </p:grpSpPr>
          <p:sp>
            <p:nvSpPr>
              <p:cNvPr id="1367" name="Google Shape;272;p6"/>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273;p6"/>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9" name="Google Shape;274;p6"/>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275;p6"/>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1" name="Google Shape;276;p6"/>
            <p:cNvGrpSpPr/>
            <p:nvPr/>
          </p:nvGrpSpPr>
          <p:grpSpPr>
            <a:xfrm>
              <a:off x="636480" y="1779120"/>
              <a:ext cx="174600" cy="174600"/>
              <a:chOff x="636480" y="1779120"/>
              <a:chExt cx="174600" cy="174600"/>
            </a:xfrm>
          </p:grpSpPr>
          <p:sp>
            <p:nvSpPr>
              <p:cNvPr id="1372" name="Google Shape;277;p6"/>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3" name="Google Shape;278;p6"/>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4" name="Google Shape;279;p6"/>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280;p6"/>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6" name="Google Shape;281;p6"/>
            <p:cNvGrpSpPr/>
            <p:nvPr/>
          </p:nvGrpSpPr>
          <p:grpSpPr>
            <a:xfrm>
              <a:off x="432720" y="2003040"/>
              <a:ext cx="174960" cy="26640"/>
              <a:chOff x="432720" y="2003040"/>
              <a:chExt cx="174960" cy="26640"/>
            </a:xfrm>
          </p:grpSpPr>
          <p:sp>
            <p:nvSpPr>
              <p:cNvPr id="1377" name="Google Shape;282;p6"/>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283;p6"/>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284;p6"/>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0" name="Google Shape;285;p6"/>
            <p:cNvGrpSpPr/>
            <p:nvPr/>
          </p:nvGrpSpPr>
          <p:grpSpPr>
            <a:xfrm>
              <a:off x="788040" y="208440"/>
              <a:ext cx="174600" cy="26640"/>
              <a:chOff x="788040" y="208440"/>
              <a:chExt cx="174600" cy="26640"/>
            </a:xfrm>
          </p:grpSpPr>
          <p:sp>
            <p:nvSpPr>
              <p:cNvPr id="1381" name="Google Shape;286;p6"/>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2" name="Google Shape;287;p6"/>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288;p6"/>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4" name="Google Shape;289;p6"/>
            <p:cNvGrpSpPr/>
            <p:nvPr/>
          </p:nvGrpSpPr>
          <p:grpSpPr>
            <a:xfrm>
              <a:off x="8129520" y="4988880"/>
              <a:ext cx="174600" cy="26640"/>
              <a:chOff x="8129520" y="4988880"/>
              <a:chExt cx="174600" cy="26640"/>
            </a:xfrm>
          </p:grpSpPr>
          <p:sp>
            <p:nvSpPr>
              <p:cNvPr id="1385" name="Google Shape;290;p6"/>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291;p6"/>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92;p6"/>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8" name="Google Shape;293;p6"/>
            <p:cNvGrpSpPr/>
            <p:nvPr/>
          </p:nvGrpSpPr>
          <p:grpSpPr>
            <a:xfrm>
              <a:off x="8497440" y="3429360"/>
              <a:ext cx="174600" cy="26640"/>
              <a:chOff x="8497440" y="3429360"/>
              <a:chExt cx="174600" cy="26640"/>
            </a:xfrm>
          </p:grpSpPr>
          <p:sp>
            <p:nvSpPr>
              <p:cNvPr id="1389" name="Google Shape;294;p6"/>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0" name="Google Shape;295;p6"/>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296;p6"/>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92" name="Google Shape;297;p6"/>
            <p:cNvCxnSpPr/>
            <p:nvPr/>
          </p:nvCxnSpPr>
          <p:spPr>
            <a:xfrm>
              <a:off x="8407080" y="0"/>
              <a:ext cx="360" cy="2161080"/>
            </a:xfrm>
            <a:prstGeom prst="straightConnector1">
              <a:avLst/>
            </a:prstGeom>
            <a:ln w="9525">
              <a:solidFill>
                <a:srgbClr val="3D3D3D"/>
              </a:solidFill>
              <a:round/>
            </a:ln>
          </p:spPr>
        </p:cxnSp>
        <p:cxnSp>
          <p:nvCxnSpPr>
            <p:cNvPr id="1393" name="Google Shape;298;p6"/>
            <p:cNvCxnSpPr/>
            <p:nvPr/>
          </p:nvCxnSpPr>
          <p:spPr>
            <a:xfrm>
              <a:off x="717840" y="2985480"/>
              <a:ext cx="360" cy="2161080"/>
            </a:xfrm>
            <a:prstGeom prst="straightConnector1">
              <a:avLst/>
            </a:prstGeom>
            <a:ln w="9525">
              <a:solidFill>
                <a:srgbClr val="3D3D3D"/>
              </a:solidFill>
              <a:round/>
            </a:ln>
          </p:spPr>
        </p:cxnSp>
        <p:sp>
          <p:nvSpPr>
            <p:cNvPr id="1394" name="Google Shape;299;p6"/>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5" name="Google Shape;300;p6"/>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6" name="Google Shape;301;p6"/>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302;p6"/>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98" name="PlaceHolder 1"/>
          <p:cNvSpPr>
            <a:spLocks noGrp="1"/>
          </p:cNvSpPr>
          <p:nvPr>
            <p:ph type="title"/>
          </p:nvPr>
        </p:nvSpPr>
        <p:spPr>
          <a:xfrm>
            <a:off x="804600" y="3319200"/>
            <a:ext cx="3291480" cy="402120"/>
          </a:xfrm>
          <a:prstGeom prst="rect">
            <a:avLst/>
          </a:prstGeom>
          <a:noFill/>
          <a:ln w="0">
            <a:noFill/>
          </a:ln>
        </p:spPr>
        <p:txBody>
          <a:bodyPr lIns="91440" tIns="91440" rIns="91440" bIns="91440" anchor="b">
            <a:noAutofit/>
          </a:bodyPr>
          <a:lstStyle/>
          <a:p>
            <a:pPr indent="0">
              <a:buNone/>
            </a:pPr>
            <a:r>
              <a:rPr lang="fr-FR" sz="1600" b="0" u="none" strike="noStrike">
                <a:solidFill>
                  <a:schemeClr val="dk1"/>
                </a:solidFill>
                <a:effectLst/>
                <a:uFillTx/>
                <a:latin typeface="Arial"/>
              </a:rPr>
              <a:t>Click to edit the title text format</a:t>
            </a:r>
          </a:p>
        </p:txBody>
      </p:sp>
      <p:cxnSp>
        <p:nvCxnSpPr>
          <p:cNvPr id="1399" name="Google Shape;306;p7"/>
          <p:cNvCxnSpPr/>
          <p:nvPr/>
        </p:nvCxnSpPr>
        <p:spPr>
          <a:xfrm>
            <a:off x="1645920" y="523080"/>
            <a:ext cx="1672560" cy="126360"/>
          </a:xfrm>
          <a:prstGeom prst="straightConnector1">
            <a:avLst/>
          </a:prstGeom>
          <a:ln w="9525">
            <a:solidFill>
              <a:srgbClr val="3D3D3D"/>
            </a:solidFill>
            <a:round/>
          </a:ln>
        </p:spPr>
      </p:cxnSp>
      <p:cxnSp>
        <p:nvCxnSpPr>
          <p:cNvPr id="1400" name="Google Shape;307;p7"/>
          <p:cNvCxnSpPr/>
          <p:nvPr/>
        </p:nvCxnSpPr>
        <p:spPr>
          <a:xfrm flipV="1">
            <a:off x="802800" y="529560"/>
            <a:ext cx="829800" cy="743760"/>
          </a:xfrm>
          <a:prstGeom prst="straightConnector1">
            <a:avLst/>
          </a:prstGeom>
          <a:ln w="9525">
            <a:solidFill>
              <a:srgbClr val="3D3D3D"/>
            </a:solidFill>
            <a:round/>
          </a:ln>
        </p:spPr>
      </p:cxnSp>
      <p:cxnSp>
        <p:nvCxnSpPr>
          <p:cNvPr id="1401" name="Google Shape;308;p7"/>
          <p:cNvCxnSpPr/>
          <p:nvPr/>
        </p:nvCxnSpPr>
        <p:spPr>
          <a:xfrm>
            <a:off x="0" y="65160"/>
            <a:ext cx="796680" cy="1188360"/>
          </a:xfrm>
          <a:prstGeom prst="straightConnector1">
            <a:avLst/>
          </a:prstGeom>
          <a:ln w="9525">
            <a:solidFill>
              <a:srgbClr val="3D3D3D"/>
            </a:solidFill>
            <a:round/>
          </a:ln>
        </p:spPr>
      </p:cxnSp>
      <p:grpSp>
        <p:nvGrpSpPr>
          <p:cNvPr id="1402" name="Google Shape;309;p7"/>
          <p:cNvGrpSpPr/>
          <p:nvPr/>
        </p:nvGrpSpPr>
        <p:grpSpPr>
          <a:xfrm>
            <a:off x="498960" y="959760"/>
            <a:ext cx="581400" cy="582120"/>
            <a:chOff x="498960" y="959760"/>
            <a:chExt cx="581400" cy="582120"/>
          </a:xfrm>
        </p:grpSpPr>
        <p:sp>
          <p:nvSpPr>
            <p:cNvPr id="1403" name="Google Shape;310;p7"/>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4" name="Google Shape;311;p7"/>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5" name="Google Shape;312;p7"/>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313;p7"/>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7" name="Google Shape;314;p7"/>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315;p7"/>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09" name="Google Shape;316;p7"/>
          <p:cNvGrpSpPr/>
          <p:nvPr/>
        </p:nvGrpSpPr>
        <p:grpSpPr>
          <a:xfrm>
            <a:off x="1500480" y="388080"/>
            <a:ext cx="291600" cy="292320"/>
            <a:chOff x="1500480" y="388080"/>
            <a:chExt cx="291600" cy="292320"/>
          </a:xfrm>
        </p:grpSpPr>
        <p:sp>
          <p:nvSpPr>
            <p:cNvPr id="1410" name="Google Shape;317;p7"/>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318;p7"/>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2" name="Google Shape;319;p7"/>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3" name="Google Shape;320;p7"/>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4" name="Google Shape;321;p7"/>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5" name="Google Shape;322;p7"/>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6" name="Google Shape;323;p7"/>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324;p7"/>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8" name="Google Shape;325;p7"/>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326;p7"/>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20" name="Google Shape;327;p7"/>
          <p:cNvGrpSpPr/>
          <p:nvPr/>
        </p:nvGrpSpPr>
        <p:grpSpPr>
          <a:xfrm>
            <a:off x="3527280" y="361080"/>
            <a:ext cx="174600" cy="26640"/>
            <a:chOff x="3527280" y="361080"/>
            <a:chExt cx="174600" cy="26640"/>
          </a:xfrm>
        </p:grpSpPr>
        <p:sp>
          <p:nvSpPr>
            <p:cNvPr id="1421" name="Google Shape;328;p7"/>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2" name="Google Shape;329;p7"/>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330;p7"/>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4" name="Google Shape;331;p7"/>
          <p:cNvGrpSpPr/>
          <p:nvPr/>
        </p:nvGrpSpPr>
        <p:grpSpPr>
          <a:xfrm>
            <a:off x="480240" y="242640"/>
            <a:ext cx="174960" cy="26640"/>
            <a:chOff x="480240" y="242640"/>
            <a:chExt cx="174960" cy="26640"/>
          </a:xfrm>
        </p:grpSpPr>
        <p:sp>
          <p:nvSpPr>
            <p:cNvPr id="1425" name="Google Shape;332;p7"/>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6" name="Google Shape;333;p7"/>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334;p7"/>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8" name="Google Shape;335;p7"/>
          <p:cNvGrpSpPr/>
          <p:nvPr/>
        </p:nvGrpSpPr>
        <p:grpSpPr>
          <a:xfrm>
            <a:off x="901800" y="1653480"/>
            <a:ext cx="174600" cy="26640"/>
            <a:chOff x="901800" y="1653480"/>
            <a:chExt cx="174600" cy="26640"/>
          </a:xfrm>
        </p:grpSpPr>
        <p:sp>
          <p:nvSpPr>
            <p:cNvPr id="1429" name="Google Shape;336;p7"/>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337;p7"/>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338;p7"/>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32" name="Google Shape;339;p7"/>
          <p:cNvCxnSpPr/>
          <p:nvPr/>
        </p:nvCxnSpPr>
        <p:spPr>
          <a:xfrm>
            <a:off x="791280" y="4212360"/>
            <a:ext cx="1157400" cy="542880"/>
          </a:xfrm>
          <a:prstGeom prst="straightConnector1">
            <a:avLst/>
          </a:prstGeom>
          <a:ln w="9525">
            <a:solidFill>
              <a:srgbClr val="3D3D3D"/>
            </a:solidFill>
            <a:round/>
          </a:ln>
        </p:spPr>
      </p:cxnSp>
      <p:cxnSp>
        <p:nvCxnSpPr>
          <p:cNvPr id="1433" name="Google Shape;340;p7"/>
          <p:cNvCxnSpPr/>
          <p:nvPr/>
        </p:nvCxnSpPr>
        <p:spPr>
          <a:xfrm flipV="1">
            <a:off x="0" y="4220280"/>
            <a:ext cx="791640" cy="836640"/>
          </a:xfrm>
          <a:prstGeom prst="straightConnector1">
            <a:avLst/>
          </a:prstGeom>
          <a:ln w="9525">
            <a:solidFill>
              <a:srgbClr val="3D3D3D"/>
            </a:solidFill>
            <a:round/>
          </a:ln>
        </p:spPr>
      </p:cxnSp>
      <p:grpSp>
        <p:nvGrpSpPr>
          <p:cNvPr id="1434" name="Google Shape;341;p7"/>
          <p:cNvGrpSpPr/>
          <p:nvPr/>
        </p:nvGrpSpPr>
        <p:grpSpPr>
          <a:xfrm>
            <a:off x="499680" y="3941280"/>
            <a:ext cx="581400" cy="582120"/>
            <a:chOff x="499680" y="3941280"/>
            <a:chExt cx="581400" cy="582120"/>
          </a:xfrm>
        </p:grpSpPr>
        <p:sp>
          <p:nvSpPr>
            <p:cNvPr id="1435" name="Google Shape;342;p7"/>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6" name="Google Shape;343;p7"/>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7" name="Google Shape;344;p7"/>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8" name="Google Shape;345;p7"/>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9" name="Google Shape;346;p7"/>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347;p7"/>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1" name="Google Shape;348;p7"/>
          <p:cNvGrpSpPr/>
          <p:nvPr/>
        </p:nvGrpSpPr>
        <p:grpSpPr>
          <a:xfrm>
            <a:off x="1820160" y="4587120"/>
            <a:ext cx="291600" cy="292320"/>
            <a:chOff x="1820160" y="4587120"/>
            <a:chExt cx="291600" cy="292320"/>
          </a:xfrm>
        </p:grpSpPr>
        <p:sp>
          <p:nvSpPr>
            <p:cNvPr id="1442" name="Google Shape;349;p7"/>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3" name="Google Shape;350;p7"/>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4" name="Google Shape;351;p7"/>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5" name="Google Shape;352;p7"/>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6" name="Google Shape;353;p7"/>
          <p:cNvGrpSpPr/>
          <p:nvPr/>
        </p:nvGrpSpPr>
        <p:grpSpPr>
          <a:xfrm>
            <a:off x="212760" y="4645800"/>
            <a:ext cx="174600" cy="174600"/>
            <a:chOff x="212760" y="4645800"/>
            <a:chExt cx="174600" cy="174600"/>
          </a:xfrm>
        </p:grpSpPr>
        <p:sp>
          <p:nvSpPr>
            <p:cNvPr id="1447" name="Google Shape;354;p7"/>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8" name="Google Shape;355;p7"/>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9" name="Google Shape;356;p7"/>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357;p7"/>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1" name="Google Shape;358;p7"/>
          <p:cNvGrpSpPr/>
          <p:nvPr/>
        </p:nvGrpSpPr>
        <p:grpSpPr>
          <a:xfrm>
            <a:off x="480600" y="4852800"/>
            <a:ext cx="174960" cy="26640"/>
            <a:chOff x="480600" y="4852800"/>
            <a:chExt cx="174960" cy="26640"/>
          </a:xfrm>
        </p:grpSpPr>
        <p:sp>
          <p:nvSpPr>
            <p:cNvPr id="1452" name="Google Shape;359;p7"/>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3" name="Google Shape;360;p7"/>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4" name="Google Shape;361;p7"/>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5" name="Google Shape;362;p7"/>
          <p:cNvGrpSpPr/>
          <p:nvPr/>
        </p:nvGrpSpPr>
        <p:grpSpPr>
          <a:xfrm>
            <a:off x="1054440" y="3898800"/>
            <a:ext cx="174600" cy="26640"/>
            <a:chOff x="1054440" y="3898800"/>
            <a:chExt cx="174600" cy="26640"/>
          </a:xfrm>
        </p:grpSpPr>
        <p:sp>
          <p:nvSpPr>
            <p:cNvPr id="1456" name="Google Shape;363;p7"/>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7" name="Google Shape;364;p7"/>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8" name="Google Shape;365;p7"/>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59" name="Google Shape;367;p8"/>
          <p:cNvGrpSpPr/>
          <p:nvPr/>
        </p:nvGrpSpPr>
        <p:grpSpPr>
          <a:xfrm>
            <a:off x="1349640" y="598320"/>
            <a:ext cx="6453360" cy="3630600"/>
            <a:chOff x="1349640" y="598320"/>
            <a:chExt cx="6453360" cy="3630600"/>
          </a:xfrm>
        </p:grpSpPr>
        <p:sp>
          <p:nvSpPr>
            <p:cNvPr id="1460" name="Google Shape;368;p8"/>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1" name="Google Shape;369;p8"/>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62" name="PlaceHolder 1"/>
          <p:cNvSpPr>
            <a:spLocks noGrp="1"/>
          </p:cNvSpPr>
          <p:nvPr>
            <p:ph type="title"/>
          </p:nvPr>
        </p:nvSpPr>
        <p:spPr>
          <a:xfrm>
            <a:off x="2624400" y="1620720"/>
            <a:ext cx="3904200" cy="1901520"/>
          </a:xfrm>
          <a:prstGeom prst="rect">
            <a:avLst/>
          </a:prstGeom>
          <a:noFill/>
          <a:ln w="0">
            <a:noFill/>
          </a:ln>
        </p:spPr>
        <p:txBody>
          <a:bodyPr lIns="91440" tIns="91440" rIns="91440" bIns="91440" anchor="ctr">
            <a:noAutofit/>
          </a:bodyPr>
          <a:lstStyle/>
          <a:p>
            <a:pPr indent="0">
              <a:buNone/>
            </a:pPr>
            <a:r>
              <a:rPr lang="fr-FR" sz="7300" b="0" u="none" strike="noStrike">
                <a:solidFill>
                  <a:schemeClr val="dk1"/>
                </a:solidFill>
                <a:effectLst/>
                <a:uFillTx/>
                <a:latin typeface="Arial"/>
              </a:rPr>
              <a:t>Click to edit the title text format</a:t>
            </a:r>
          </a:p>
        </p:txBody>
      </p:sp>
      <p:grpSp>
        <p:nvGrpSpPr>
          <p:cNvPr id="1463" name="Google Shape;371;p8"/>
          <p:cNvGrpSpPr/>
          <p:nvPr/>
        </p:nvGrpSpPr>
        <p:grpSpPr>
          <a:xfrm>
            <a:off x="-6840" y="-6480"/>
            <a:ext cx="9152280" cy="5101560"/>
            <a:chOff x="-6840" y="-6480"/>
            <a:chExt cx="9152280" cy="5101560"/>
          </a:xfrm>
        </p:grpSpPr>
        <p:cxnSp>
          <p:nvCxnSpPr>
            <p:cNvPr id="1464" name="Google Shape;372;p8"/>
            <p:cNvCxnSpPr/>
            <p:nvPr/>
          </p:nvCxnSpPr>
          <p:spPr>
            <a:xfrm>
              <a:off x="2904120" y="4512960"/>
              <a:ext cx="1133280" cy="306720"/>
            </a:xfrm>
            <a:prstGeom prst="straightConnector1">
              <a:avLst/>
            </a:prstGeom>
            <a:ln w="9525">
              <a:solidFill>
                <a:srgbClr val="3D3D3D"/>
              </a:solidFill>
              <a:round/>
            </a:ln>
          </p:spPr>
        </p:cxnSp>
        <p:cxnSp>
          <p:nvCxnSpPr>
            <p:cNvPr id="1465" name="Google Shape;373;p8"/>
            <p:cNvCxnSpPr/>
            <p:nvPr/>
          </p:nvCxnSpPr>
          <p:spPr>
            <a:xfrm flipV="1">
              <a:off x="1562040" y="4492080"/>
              <a:ext cx="1342440" cy="315720"/>
            </a:xfrm>
            <a:prstGeom prst="straightConnector1">
              <a:avLst/>
            </a:prstGeom>
            <a:ln w="9525">
              <a:solidFill>
                <a:srgbClr val="3D3D3D"/>
              </a:solidFill>
              <a:round/>
            </a:ln>
          </p:spPr>
        </p:cxnSp>
        <p:cxnSp>
          <p:nvCxnSpPr>
            <p:cNvPr id="1466" name="Google Shape;374;p8"/>
            <p:cNvCxnSpPr/>
            <p:nvPr/>
          </p:nvCxnSpPr>
          <p:spPr>
            <a:xfrm>
              <a:off x="259200" y="4407840"/>
              <a:ext cx="1332360" cy="392400"/>
            </a:xfrm>
            <a:prstGeom prst="straightConnector1">
              <a:avLst/>
            </a:prstGeom>
            <a:ln w="9525">
              <a:solidFill>
                <a:srgbClr val="3D3D3D"/>
              </a:solidFill>
              <a:round/>
            </a:ln>
          </p:spPr>
        </p:cxnSp>
        <p:cxnSp>
          <p:nvCxnSpPr>
            <p:cNvPr id="1467" name="Google Shape;375;p8"/>
            <p:cNvCxnSpPr/>
            <p:nvPr/>
          </p:nvCxnSpPr>
          <p:spPr>
            <a:xfrm>
              <a:off x="-6840" y="3993480"/>
              <a:ext cx="273960" cy="407520"/>
            </a:xfrm>
            <a:prstGeom prst="straightConnector1">
              <a:avLst/>
            </a:prstGeom>
            <a:ln w="9525">
              <a:solidFill>
                <a:srgbClr val="3D3D3D"/>
              </a:solidFill>
              <a:round/>
            </a:ln>
          </p:spPr>
        </p:cxnSp>
        <p:grpSp>
          <p:nvGrpSpPr>
            <p:cNvPr id="1468" name="Google Shape;376;p8"/>
            <p:cNvGrpSpPr/>
            <p:nvPr/>
          </p:nvGrpSpPr>
          <p:grpSpPr>
            <a:xfrm>
              <a:off x="1278000" y="4512960"/>
              <a:ext cx="581400" cy="582120"/>
              <a:chOff x="1278000" y="4512960"/>
              <a:chExt cx="581400" cy="582120"/>
            </a:xfrm>
          </p:grpSpPr>
          <p:sp>
            <p:nvSpPr>
              <p:cNvPr id="1469" name="Google Shape;377;p8"/>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0" name="Google Shape;378;p8"/>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1" name="Google Shape;379;p8"/>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380;p8"/>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3" name="Google Shape;381;p8"/>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382;p8"/>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5" name="Google Shape;383;p8"/>
            <p:cNvGrpSpPr/>
            <p:nvPr/>
          </p:nvGrpSpPr>
          <p:grpSpPr>
            <a:xfrm>
              <a:off x="2747520" y="4340520"/>
              <a:ext cx="291600" cy="292320"/>
              <a:chOff x="2747520" y="4340520"/>
              <a:chExt cx="291600" cy="292320"/>
            </a:xfrm>
          </p:grpSpPr>
          <p:sp>
            <p:nvSpPr>
              <p:cNvPr id="1476" name="Google Shape;384;p8"/>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7" name="Google Shape;385;p8"/>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8" name="Google Shape;386;p8"/>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9" name="Google Shape;387;p8"/>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0" name="Google Shape;388;p8"/>
            <p:cNvGrpSpPr/>
            <p:nvPr/>
          </p:nvGrpSpPr>
          <p:grpSpPr>
            <a:xfrm>
              <a:off x="171000" y="4314960"/>
              <a:ext cx="174600" cy="174600"/>
              <a:chOff x="171000" y="4314960"/>
              <a:chExt cx="174600" cy="174600"/>
            </a:xfrm>
          </p:grpSpPr>
          <p:sp>
            <p:nvSpPr>
              <p:cNvPr id="1481" name="Google Shape;389;p8"/>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2" name="Google Shape;390;p8"/>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3" name="Google Shape;391;p8"/>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4" name="Google Shape;392;p8"/>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5" name="Google Shape;393;p8"/>
            <p:cNvGrpSpPr/>
            <p:nvPr/>
          </p:nvGrpSpPr>
          <p:grpSpPr>
            <a:xfrm>
              <a:off x="3872880" y="4657680"/>
              <a:ext cx="292680" cy="293040"/>
              <a:chOff x="3872880" y="4657680"/>
              <a:chExt cx="292680" cy="293040"/>
            </a:xfrm>
          </p:grpSpPr>
          <p:sp>
            <p:nvSpPr>
              <p:cNvPr id="1486" name="Google Shape;394;p8"/>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395;p8"/>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8" name="Google Shape;396;p8"/>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397;p8"/>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0" name="Google Shape;398;p8"/>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1" name="Google Shape;399;p8"/>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92" name="Google Shape;400;p8"/>
            <p:cNvGrpSpPr/>
            <p:nvPr/>
          </p:nvGrpSpPr>
          <p:grpSpPr>
            <a:xfrm>
              <a:off x="242280" y="4142520"/>
              <a:ext cx="174600" cy="26640"/>
              <a:chOff x="242280" y="4142520"/>
              <a:chExt cx="174600" cy="26640"/>
            </a:xfrm>
          </p:grpSpPr>
          <p:sp>
            <p:nvSpPr>
              <p:cNvPr id="1493" name="Google Shape;401;p8"/>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4" name="Google Shape;402;p8"/>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403;p8"/>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96" name="Google Shape;404;p8"/>
            <p:cNvCxnSpPr/>
            <p:nvPr/>
          </p:nvCxnSpPr>
          <p:spPr>
            <a:xfrm flipH="1" flipV="1">
              <a:off x="5994720" y="226440"/>
              <a:ext cx="1505160" cy="225000"/>
            </a:xfrm>
            <a:prstGeom prst="straightConnector1">
              <a:avLst/>
            </a:prstGeom>
            <a:ln w="9525">
              <a:solidFill>
                <a:srgbClr val="3D3D3D"/>
              </a:solidFill>
              <a:round/>
            </a:ln>
          </p:spPr>
        </p:cxnSp>
        <p:cxnSp>
          <p:nvCxnSpPr>
            <p:cNvPr id="1497" name="Google Shape;405;p8"/>
            <p:cNvCxnSpPr/>
            <p:nvPr/>
          </p:nvCxnSpPr>
          <p:spPr>
            <a:xfrm flipH="1" flipV="1">
              <a:off x="7512840" y="457560"/>
              <a:ext cx="829800" cy="743760"/>
            </a:xfrm>
            <a:prstGeom prst="straightConnector1">
              <a:avLst/>
            </a:prstGeom>
            <a:ln w="9525">
              <a:solidFill>
                <a:srgbClr val="3D3D3D"/>
              </a:solidFill>
              <a:round/>
            </a:ln>
          </p:spPr>
        </p:cxnSp>
        <p:cxnSp>
          <p:nvCxnSpPr>
            <p:cNvPr id="1498" name="Google Shape;406;p8"/>
            <p:cNvCxnSpPr/>
            <p:nvPr/>
          </p:nvCxnSpPr>
          <p:spPr>
            <a:xfrm flipH="1">
              <a:off x="8348760" y="-6480"/>
              <a:ext cx="797040" cy="1188000"/>
            </a:xfrm>
            <a:prstGeom prst="straightConnector1">
              <a:avLst/>
            </a:prstGeom>
            <a:ln w="9525">
              <a:solidFill>
                <a:srgbClr val="3D3D3D"/>
              </a:solidFill>
              <a:round/>
            </a:ln>
          </p:spPr>
        </p:cxnSp>
        <p:grpSp>
          <p:nvGrpSpPr>
            <p:cNvPr id="1499" name="Google Shape;407;p8"/>
            <p:cNvGrpSpPr/>
            <p:nvPr/>
          </p:nvGrpSpPr>
          <p:grpSpPr>
            <a:xfrm>
              <a:off x="8064360" y="1040400"/>
              <a:ext cx="581400" cy="582120"/>
              <a:chOff x="8064360" y="1040400"/>
              <a:chExt cx="581400" cy="582120"/>
            </a:xfrm>
          </p:grpSpPr>
          <p:sp>
            <p:nvSpPr>
              <p:cNvPr id="1500" name="Google Shape;408;p8"/>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1" name="Google Shape;409;p8"/>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2" name="Google Shape;410;p8"/>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3" name="Google Shape;411;p8"/>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412;p8"/>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5" name="Google Shape;413;p8"/>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06" name="Google Shape;414;p8"/>
            <p:cNvGrpSpPr/>
            <p:nvPr/>
          </p:nvGrpSpPr>
          <p:grpSpPr>
            <a:xfrm>
              <a:off x="7353000" y="316440"/>
              <a:ext cx="291600" cy="292320"/>
              <a:chOff x="7353000" y="316440"/>
              <a:chExt cx="291600" cy="292320"/>
            </a:xfrm>
          </p:grpSpPr>
          <p:sp>
            <p:nvSpPr>
              <p:cNvPr id="1507" name="Google Shape;415;p8"/>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8" name="Google Shape;416;p8"/>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9" name="Google Shape;417;p8"/>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0" name="Google Shape;418;p8"/>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1" name="Google Shape;419;p8"/>
            <p:cNvGrpSpPr/>
            <p:nvPr/>
          </p:nvGrpSpPr>
          <p:grpSpPr>
            <a:xfrm>
              <a:off x="8792280" y="321120"/>
              <a:ext cx="174600" cy="174600"/>
              <a:chOff x="8792280" y="321120"/>
              <a:chExt cx="174600" cy="174600"/>
            </a:xfrm>
          </p:grpSpPr>
          <p:sp>
            <p:nvSpPr>
              <p:cNvPr id="1512" name="Google Shape;420;p8"/>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3" name="Google Shape;421;p8"/>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4" name="Google Shape;422;p8"/>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5" name="Google Shape;423;p8"/>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16" name="Google Shape;424;p8"/>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7" name="Google Shape;425;p8"/>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8" name="Google Shape;426;p8"/>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9" name="Google Shape;427;p8"/>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0" name="Google Shape;428;p8"/>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1" name="Google Shape;429;p8"/>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22" name="Google Shape;430;p8"/>
            <p:cNvGrpSpPr/>
            <p:nvPr/>
          </p:nvGrpSpPr>
          <p:grpSpPr>
            <a:xfrm>
              <a:off x="8489880" y="171000"/>
              <a:ext cx="174960" cy="26640"/>
              <a:chOff x="8489880" y="171000"/>
              <a:chExt cx="174960" cy="26640"/>
            </a:xfrm>
          </p:grpSpPr>
          <p:sp>
            <p:nvSpPr>
              <p:cNvPr id="1523" name="Google Shape;431;p8"/>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4" name="Google Shape;432;p8"/>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433;p8"/>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6" name="Google Shape;434;p8"/>
            <p:cNvGrpSpPr/>
            <p:nvPr/>
          </p:nvGrpSpPr>
          <p:grpSpPr>
            <a:xfrm>
              <a:off x="8678520" y="1658160"/>
              <a:ext cx="174600" cy="26640"/>
              <a:chOff x="8678520" y="1658160"/>
              <a:chExt cx="174600" cy="26640"/>
            </a:xfrm>
          </p:grpSpPr>
          <p:sp>
            <p:nvSpPr>
              <p:cNvPr id="1527" name="Google Shape;435;p8"/>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8" name="Google Shape;436;p8"/>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437;p8"/>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30" name="PlaceHolder 1"/>
          <p:cNvSpPr>
            <a:spLocks noGrp="1"/>
          </p:cNvSpPr>
          <p:nvPr>
            <p:ph type="title"/>
          </p:nvPr>
        </p:nvSpPr>
        <p:spPr>
          <a:xfrm>
            <a:off x="896040" y="2039040"/>
            <a:ext cx="3565800" cy="136224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1531" name="PlaceHolder 2"/>
          <p:cNvSpPr>
            <a:spLocks noGrp="1"/>
          </p:cNvSpPr>
          <p:nvPr>
            <p:ph type="body"/>
          </p:nvPr>
        </p:nvSpPr>
        <p:spPr>
          <a:xfrm>
            <a:off x="4899240" y="821880"/>
            <a:ext cx="3095640" cy="347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cxnSp>
        <p:nvCxnSpPr>
          <p:cNvPr id="1532" name="Google Shape;441;p9"/>
          <p:cNvCxnSpPr/>
          <p:nvPr/>
        </p:nvCxnSpPr>
        <p:spPr>
          <a:xfrm>
            <a:off x="1645920" y="523080"/>
            <a:ext cx="1672560" cy="126360"/>
          </a:xfrm>
          <a:prstGeom prst="straightConnector1">
            <a:avLst/>
          </a:prstGeom>
          <a:ln w="9525">
            <a:solidFill>
              <a:srgbClr val="3D3D3D"/>
            </a:solidFill>
            <a:round/>
          </a:ln>
        </p:spPr>
      </p:cxnSp>
      <p:cxnSp>
        <p:nvCxnSpPr>
          <p:cNvPr id="1533" name="Google Shape;442;p9"/>
          <p:cNvCxnSpPr/>
          <p:nvPr/>
        </p:nvCxnSpPr>
        <p:spPr>
          <a:xfrm flipV="1">
            <a:off x="802800" y="529560"/>
            <a:ext cx="829800" cy="743760"/>
          </a:xfrm>
          <a:prstGeom prst="straightConnector1">
            <a:avLst/>
          </a:prstGeom>
          <a:ln w="9525">
            <a:solidFill>
              <a:srgbClr val="3D3D3D"/>
            </a:solidFill>
            <a:round/>
          </a:ln>
        </p:spPr>
      </p:cxnSp>
      <p:cxnSp>
        <p:nvCxnSpPr>
          <p:cNvPr id="1534" name="Google Shape;443;p9"/>
          <p:cNvCxnSpPr/>
          <p:nvPr/>
        </p:nvCxnSpPr>
        <p:spPr>
          <a:xfrm>
            <a:off x="0" y="65160"/>
            <a:ext cx="796680" cy="1188360"/>
          </a:xfrm>
          <a:prstGeom prst="straightConnector1">
            <a:avLst/>
          </a:prstGeom>
          <a:ln w="9525">
            <a:solidFill>
              <a:srgbClr val="3D3D3D"/>
            </a:solidFill>
            <a:round/>
          </a:ln>
        </p:spPr>
      </p:cxnSp>
      <p:grpSp>
        <p:nvGrpSpPr>
          <p:cNvPr id="1535" name="Google Shape;444;p9"/>
          <p:cNvGrpSpPr/>
          <p:nvPr/>
        </p:nvGrpSpPr>
        <p:grpSpPr>
          <a:xfrm>
            <a:off x="498960" y="959760"/>
            <a:ext cx="581400" cy="582120"/>
            <a:chOff x="498960" y="959760"/>
            <a:chExt cx="581400" cy="582120"/>
          </a:xfrm>
        </p:grpSpPr>
        <p:sp>
          <p:nvSpPr>
            <p:cNvPr id="1536" name="Google Shape;445;p9"/>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7" name="Google Shape;446;p9"/>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8" name="Google Shape;447;p9"/>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9" name="Google Shape;448;p9"/>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449;p9"/>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1" name="Google Shape;450;p9"/>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42" name="Google Shape;451;p9"/>
          <p:cNvGrpSpPr/>
          <p:nvPr/>
        </p:nvGrpSpPr>
        <p:grpSpPr>
          <a:xfrm>
            <a:off x="1500480" y="388080"/>
            <a:ext cx="291600" cy="292320"/>
            <a:chOff x="1500480" y="388080"/>
            <a:chExt cx="291600" cy="292320"/>
          </a:xfrm>
        </p:grpSpPr>
        <p:sp>
          <p:nvSpPr>
            <p:cNvPr id="1543" name="Google Shape;452;p9"/>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4" name="Google Shape;453;p9"/>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5" name="Google Shape;454;p9"/>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6" name="Google Shape;455;p9"/>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7" name="Google Shape;456;p9"/>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8" name="Google Shape;457;p9"/>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9" name="Google Shape;458;p9"/>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0" name="Google Shape;459;p9"/>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1" name="Google Shape;460;p9"/>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2" name="Google Shape;461;p9"/>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53" name="Google Shape;462;p9"/>
          <p:cNvGrpSpPr/>
          <p:nvPr/>
        </p:nvGrpSpPr>
        <p:grpSpPr>
          <a:xfrm>
            <a:off x="3527280" y="361080"/>
            <a:ext cx="174600" cy="26640"/>
            <a:chOff x="3527280" y="361080"/>
            <a:chExt cx="174600" cy="26640"/>
          </a:xfrm>
        </p:grpSpPr>
        <p:sp>
          <p:nvSpPr>
            <p:cNvPr id="1554" name="Google Shape;463;p9"/>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5" name="Google Shape;464;p9"/>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465;p9"/>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7" name="Google Shape;466;p9"/>
          <p:cNvGrpSpPr/>
          <p:nvPr/>
        </p:nvGrpSpPr>
        <p:grpSpPr>
          <a:xfrm>
            <a:off x="480240" y="242640"/>
            <a:ext cx="174960" cy="26640"/>
            <a:chOff x="480240" y="242640"/>
            <a:chExt cx="174960" cy="26640"/>
          </a:xfrm>
        </p:grpSpPr>
        <p:sp>
          <p:nvSpPr>
            <p:cNvPr id="1558" name="Google Shape;467;p9"/>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9" name="Google Shape;468;p9"/>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469;p9"/>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1" name="Google Shape;470;p9"/>
          <p:cNvGrpSpPr/>
          <p:nvPr/>
        </p:nvGrpSpPr>
        <p:grpSpPr>
          <a:xfrm>
            <a:off x="901800" y="1653480"/>
            <a:ext cx="174600" cy="26640"/>
            <a:chOff x="901800" y="1653480"/>
            <a:chExt cx="174600" cy="26640"/>
          </a:xfrm>
        </p:grpSpPr>
        <p:sp>
          <p:nvSpPr>
            <p:cNvPr id="1562" name="Google Shape;471;p9"/>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3" name="Google Shape;472;p9"/>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473;p9"/>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5" name="Google Shape;474;p9"/>
          <p:cNvCxnSpPr/>
          <p:nvPr/>
        </p:nvCxnSpPr>
        <p:spPr>
          <a:xfrm>
            <a:off x="791280" y="4212360"/>
            <a:ext cx="1157400" cy="542880"/>
          </a:xfrm>
          <a:prstGeom prst="straightConnector1">
            <a:avLst/>
          </a:prstGeom>
          <a:ln w="9525">
            <a:solidFill>
              <a:srgbClr val="3D3D3D"/>
            </a:solidFill>
            <a:round/>
          </a:ln>
        </p:spPr>
      </p:cxnSp>
      <p:cxnSp>
        <p:nvCxnSpPr>
          <p:cNvPr id="1566" name="Google Shape;475;p9"/>
          <p:cNvCxnSpPr/>
          <p:nvPr/>
        </p:nvCxnSpPr>
        <p:spPr>
          <a:xfrm flipV="1">
            <a:off x="0" y="4220280"/>
            <a:ext cx="791640" cy="836640"/>
          </a:xfrm>
          <a:prstGeom prst="straightConnector1">
            <a:avLst/>
          </a:prstGeom>
          <a:ln w="9525">
            <a:solidFill>
              <a:srgbClr val="3D3D3D"/>
            </a:solidFill>
            <a:round/>
          </a:ln>
        </p:spPr>
      </p:cxnSp>
      <p:grpSp>
        <p:nvGrpSpPr>
          <p:cNvPr id="1567" name="Google Shape;476;p9"/>
          <p:cNvGrpSpPr/>
          <p:nvPr/>
        </p:nvGrpSpPr>
        <p:grpSpPr>
          <a:xfrm>
            <a:off x="499680" y="3941280"/>
            <a:ext cx="581400" cy="582120"/>
            <a:chOff x="499680" y="3941280"/>
            <a:chExt cx="581400" cy="582120"/>
          </a:xfrm>
        </p:grpSpPr>
        <p:sp>
          <p:nvSpPr>
            <p:cNvPr id="1568" name="Google Shape;477;p9"/>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9" name="Google Shape;478;p9"/>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0" name="Google Shape;479;p9"/>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1" name="Google Shape;480;p9"/>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2" name="Google Shape;481;p9"/>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3" name="Google Shape;482;p9"/>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4" name="Google Shape;483;p9"/>
          <p:cNvGrpSpPr/>
          <p:nvPr/>
        </p:nvGrpSpPr>
        <p:grpSpPr>
          <a:xfrm>
            <a:off x="1820160" y="4587120"/>
            <a:ext cx="291600" cy="292320"/>
            <a:chOff x="1820160" y="4587120"/>
            <a:chExt cx="291600" cy="292320"/>
          </a:xfrm>
        </p:grpSpPr>
        <p:sp>
          <p:nvSpPr>
            <p:cNvPr id="1575" name="Google Shape;484;p9"/>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6" name="Google Shape;485;p9"/>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7" name="Google Shape;486;p9"/>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8" name="Google Shape;487;p9"/>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9" name="Google Shape;488;p9"/>
          <p:cNvGrpSpPr/>
          <p:nvPr/>
        </p:nvGrpSpPr>
        <p:grpSpPr>
          <a:xfrm>
            <a:off x="212760" y="4645800"/>
            <a:ext cx="174600" cy="174600"/>
            <a:chOff x="212760" y="4645800"/>
            <a:chExt cx="174600" cy="174600"/>
          </a:xfrm>
        </p:grpSpPr>
        <p:sp>
          <p:nvSpPr>
            <p:cNvPr id="1580" name="Google Shape;489;p9"/>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1" name="Google Shape;490;p9"/>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2" name="Google Shape;491;p9"/>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3" name="Google Shape;492;p9"/>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4" name="Google Shape;493;p9"/>
          <p:cNvGrpSpPr/>
          <p:nvPr/>
        </p:nvGrpSpPr>
        <p:grpSpPr>
          <a:xfrm>
            <a:off x="480600" y="4852800"/>
            <a:ext cx="174960" cy="26640"/>
            <a:chOff x="480600" y="4852800"/>
            <a:chExt cx="174960" cy="26640"/>
          </a:xfrm>
        </p:grpSpPr>
        <p:sp>
          <p:nvSpPr>
            <p:cNvPr id="1585" name="Google Shape;494;p9"/>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6" name="Google Shape;495;p9"/>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7" name="Google Shape;496;p9"/>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8" name="Google Shape;497;p9"/>
          <p:cNvGrpSpPr/>
          <p:nvPr/>
        </p:nvGrpSpPr>
        <p:grpSpPr>
          <a:xfrm>
            <a:off x="1054440" y="3898800"/>
            <a:ext cx="174600" cy="26640"/>
            <a:chOff x="1054440" y="3898800"/>
            <a:chExt cx="174600" cy="26640"/>
          </a:xfrm>
        </p:grpSpPr>
        <p:sp>
          <p:nvSpPr>
            <p:cNvPr id="1589" name="Google Shape;498;p9"/>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0" name="Google Shape;499;p9"/>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1" name="Google Shape;500;p9"/>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92" name="PlaceHolder 1"/>
          <p:cNvSpPr>
            <a:spLocks noGrp="1"/>
          </p:cNvSpPr>
          <p:nvPr>
            <p:ph type="body"/>
          </p:nvPr>
        </p:nvSpPr>
        <p:spPr>
          <a:xfrm>
            <a:off x="1122120" y="1947600"/>
            <a:ext cx="2788560" cy="136224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1593" name="PlaceHolder 2"/>
          <p:cNvSpPr>
            <a:spLocks noGrp="1"/>
          </p:cNvSpPr>
          <p:nvPr>
            <p:ph type="title"/>
          </p:nvPr>
        </p:nvSpPr>
        <p:spPr>
          <a:xfrm>
            <a:off x="2100600" y="347400"/>
            <a:ext cx="4946760" cy="58500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cxnSp>
        <p:nvCxnSpPr>
          <p:cNvPr id="1594" name="Google Shape;504;p10"/>
          <p:cNvCxnSpPr/>
          <p:nvPr/>
        </p:nvCxnSpPr>
        <p:spPr>
          <a:xfrm>
            <a:off x="590400" y="4340520"/>
            <a:ext cx="1213200" cy="423000"/>
          </a:xfrm>
          <a:prstGeom prst="straightConnector1">
            <a:avLst/>
          </a:prstGeom>
          <a:ln w="9525">
            <a:solidFill>
              <a:srgbClr val="3D3D3D"/>
            </a:solidFill>
            <a:round/>
          </a:ln>
        </p:spPr>
      </p:cxnSp>
      <p:cxnSp>
        <p:nvCxnSpPr>
          <p:cNvPr id="1595" name="Google Shape;505;p10"/>
          <p:cNvCxnSpPr/>
          <p:nvPr/>
        </p:nvCxnSpPr>
        <p:spPr>
          <a:xfrm flipV="1">
            <a:off x="7920" y="4332600"/>
            <a:ext cx="582840" cy="654480"/>
          </a:xfrm>
          <a:prstGeom prst="straightConnector1">
            <a:avLst/>
          </a:prstGeom>
          <a:ln w="9525">
            <a:solidFill>
              <a:srgbClr val="3D3D3D"/>
            </a:solidFill>
            <a:round/>
          </a:ln>
        </p:spPr>
      </p:cxnSp>
      <p:grpSp>
        <p:nvGrpSpPr>
          <p:cNvPr id="1596" name="Google Shape;506;p10"/>
          <p:cNvGrpSpPr/>
          <p:nvPr/>
        </p:nvGrpSpPr>
        <p:grpSpPr>
          <a:xfrm>
            <a:off x="431640" y="4183920"/>
            <a:ext cx="291600" cy="292320"/>
            <a:chOff x="431640" y="4183920"/>
            <a:chExt cx="291600" cy="292320"/>
          </a:xfrm>
        </p:grpSpPr>
        <p:sp>
          <p:nvSpPr>
            <p:cNvPr id="1597" name="Google Shape;507;p10"/>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8" name="Google Shape;508;p10"/>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9" name="Google Shape;509;p10"/>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0" name="Google Shape;510;p10"/>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1" name="Google Shape;511;p10"/>
          <p:cNvGrpSpPr/>
          <p:nvPr/>
        </p:nvGrpSpPr>
        <p:grpSpPr>
          <a:xfrm>
            <a:off x="1646280" y="4616640"/>
            <a:ext cx="292680" cy="293040"/>
            <a:chOff x="1646280" y="4616640"/>
            <a:chExt cx="292680" cy="293040"/>
          </a:xfrm>
        </p:grpSpPr>
        <p:sp>
          <p:nvSpPr>
            <p:cNvPr id="1602" name="Google Shape;512;p10"/>
            <p:cNvSpPr/>
            <p:nvPr/>
          </p:nvSpPr>
          <p:spPr>
            <a:xfrm flipH="1">
              <a:off x="1648080" y="461916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3" name="Google Shape;513;p10"/>
            <p:cNvSpPr/>
            <p:nvPr/>
          </p:nvSpPr>
          <p:spPr>
            <a:xfrm flipH="1">
              <a:off x="1645920" y="461664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4" name="Google Shape;514;p10"/>
            <p:cNvSpPr/>
            <p:nvPr/>
          </p:nvSpPr>
          <p:spPr>
            <a:xfrm flipH="1">
              <a:off x="1685520" y="46555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5" name="Google Shape;515;p10"/>
            <p:cNvSpPr/>
            <p:nvPr/>
          </p:nvSpPr>
          <p:spPr>
            <a:xfrm flipH="1">
              <a:off x="1683360" y="46530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6" name="Google Shape;516;p10"/>
            <p:cNvSpPr/>
            <p:nvPr/>
          </p:nvSpPr>
          <p:spPr>
            <a:xfrm flipH="1">
              <a:off x="1724760" y="469512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517;p10"/>
            <p:cNvSpPr/>
            <p:nvPr/>
          </p:nvSpPr>
          <p:spPr>
            <a:xfrm flipH="1">
              <a:off x="1722240" y="469296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608" name="Google Shape;518;p10"/>
          <p:cNvCxnSpPr/>
          <p:nvPr/>
        </p:nvCxnSpPr>
        <p:spPr>
          <a:xfrm flipH="1" flipV="1">
            <a:off x="7196760" y="294840"/>
            <a:ext cx="1157400" cy="543240"/>
          </a:xfrm>
          <a:prstGeom prst="straightConnector1">
            <a:avLst/>
          </a:prstGeom>
          <a:ln w="9525">
            <a:solidFill>
              <a:srgbClr val="3D3D3D"/>
            </a:solidFill>
            <a:round/>
          </a:ln>
        </p:spPr>
      </p:cxnSp>
      <p:cxnSp>
        <p:nvCxnSpPr>
          <p:cNvPr id="1609" name="Google Shape;519;p10"/>
          <p:cNvCxnSpPr/>
          <p:nvPr/>
        </p:nvCxnSpPr>
        <p:spPr>
          <a:xfrm flipH="1">
            <a:off x="8353800" y="-6480"/>
            <a:ext cx="792000" cy="836280"/>
          </a:xfrm>
          <a:prstGeom prst="straightConnector1">
            <a:avLst/>
          </a:prstGeom>
          <a:ln w="9525">
            <a:solidFill>
              <a:srgbClr val="3D3D3D"/>
            </a:solidFill>
            <a:round/>
          </a:ln>
        </p:spPr>
      </p:cxnSp>
      <p:grpSp>
        <p:nvGrpSpPr>
          <p:cNvPr id="1610" name="Google Shape;520;p10"/>
          <p:cNvGrpSpPr/>
          <p:nvPr/>
        </p:nvGrpSpPr>
        <p:grpSpPr>
          <a:xfrm>
            <a:off x="8064360" y="527040"/>
            <a:ext cx="581400" cy="582120"/>
            <a:chOff x="8064360" y="527040"/>
            <a:chExt cx="581400" cy="582120"/>
          </a:xfrm>
        </p:grpSpPr>
        <p:sp>
          <p:nvSpPr>
            <p:cNvPr id="1611" name="Google Shape;521;p10"/>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2" name="Google Shape;522;p10"/>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3" name="Google Shape;523;p10"/>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4" name="Google Shape;524;p10"/>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5" name="Google Shape;525;p10"/>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6" name="Google Shape;526;p10"/>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17" name="Google Shape;527;p10"/>
          <p:cNvGrpSpPr/>
          <p:nvPr/>
        </p:nvGrpSpPr>
        <p:grpSpPr>
          <a:xfrm>
            <a:off x="7034040" y="171000"/>
            <a:ext cx="291600" cy="292320"/>
            <a:chOff x="7034040" y="171000"/>
            <a:chExt cx="291600" cy="292320"/>
          </a:xfrm>
        </p:grpSpPr>
        <p:sp>
          <p:nvSpPr>
            <p:cNvPr id="1618" name="Google Shape;528;p10"/>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9" name="Google Shape;529;p10"/>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0" name="Google Shape;530;p10"/>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1" name="Google Shape;531;p10"/>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2" name="Google Shape;532;p10"/>
          <p:cNvGrpSpPr/>
          <p:nvPr/>
        </p:nvGrpSpPr>
        <p:grpSpPr>
          <a:xfrm>
            <a:off x="8758080" y="229680"/>
            <a:ext cx="174600" cy="174600"/>
            <a:chOff x="8758080" y="229680"/>
            <a:chExt cx="174600" cy="174600"/>
          </a:xfrm>
        </p:grpSpPr>
        <p:sp>
          <p:nvSpPr>
            <p:cNvPr id="1623" name="Google Shape;533;p10"/>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4" name="Google Shape;534;p10"/>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5" name="Google Shape;535;p10"/>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6" name="Google Shape;536;p10"/>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7" name="Google Shape;537;p10"/>
          <p:cNvGrpSpPr/>
          <p:nvPr/>
        </p:nvGrpSpPr>
        <p:grpSpPr>
          <a:xfrm>
            <a:off x="8489880" y="171000"/>
            <a:ext cx="174960" cy="26640"/>
            <a:chOff x="8489880" y="171000"/>
            <a:chExt cx="174960" cy="26640"/>
          </a:xfrm>
        </p:grpSpPr>
        <p:sp>
          <p:nvSpPr>
            <p:cNvPr id="1628" name="Google Shape;538;p10"/>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9" name="Google Shape;539;p10"/>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0" name="Google Shape;540;p10"/>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1" name="Google Shape;541;p10"/>
          <p:cNvGrpSpPr/>
          <p:nvPr/>
        </p:nvGrpSpPr>
        <p:grpSpPr>
          <a:xfrm>
            <a:off x="7916400" y="1124640"/>
            <a:ext cx="174600" cy="26640"/>
            <a:chOff x="7916400" y="1124640"/>
            <a:chExt cx="174600" cy="26640"/>
          </a:xfrm>
        </p:grpSpPr>
        <p:sp>
          <p:nvSpPr>
            <p:cNvPr id="1632" name="Google Shape;542;p10"/>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3" name="Google Shape;543;p10"/>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4" name="Google Shape;544;p10"/>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5" name="Google Shape;546;p11"/>
          <p:cNvGrpSpPr/>
          <p:nvPr/>
        </p:nvGrpSpPr>
        <p:grpSpPr>
          <a:xfrm>
            <a:off x="1955160" y="1125000"/>
            <a:ext cx="5234040" cy="3069000"/>
            <a:chOff x="1955160" y="1125000"/>
            <a:chExt cx="5234040" cy="3069000"/>
          </a:xfrm>
        </p:grpSpPr>
        <p:sp>
          <p:nvSpPr>
            <p:cNvPr id="36" name="Google Shape;547;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548;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549;p11"/>
            <p:cNvSpPr/>
            <p:nvPr/>
          </p:nvSpPr>
          <p:spPr>
            <a:xfrm rot="10800000">
              <a:off x="1960920" y="1125000"/>
              <a:ext cx="5207760" cy="3068640"/>
            </a:xfrm>
            <a:custGeom>
              <a:avLst/>
              <a:gdLst>
                <a:gd name="textAreaLeft" fmla="*/ 0 w 5207760"/>
                <a:gd name="textAreaRight" fmla="*/ 5208120 w 5207760"/>
                <a:gd name="textAreaTop" fmla="*/ 0 h 3068640"/>
                <a:gd name="textAreaBottom" fmla="*/ 3069000 h 3068640"/>
              </a:gdLst>
              <a:ahLst/>
              <a:cxnLst/>
              <a:rect l="textAreaLeft" t="textAreaTop" r="textAreaRight" b="textAreaBottom"/>
              <a:pathLst>
                <a:path w="213267" h="206972">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39" name="Google Shape;551;p11"/>
          <p:cNvCxnSpPr/>
          <p:nvPr/>
        </p:nvCxnSpPr>
        <p:spPr>
          <a:xfrm flipH="1">
            <a:off x="7682760" y="2910960"/>
            <a:ext cx="306720" cy="1133640"/>
          </a:xfrm>
          <a:prstGeom prst="straightConnector1">
            <a:avLst/>
          </a:prstGeom>
          <a:ln w="9525">
            <a:solidFill>
              <a:srgbClr val="3D3D3D"/>
            </a:solidFill>
            <a:round/>
          </a:ln>
        </p:spPr>
      </p:cxnSp>
      <p:cxnSp>
        <p:nvCxnSpPr>
          <p:cNvPr id="40" name="Google Shape;552;p11"/>
          <p:cNvCxnSpPr/>
          <p:nvPr/>
        </p:nvCxnSpPr>
        <p:spPr>
          <a:xfrm>
            <a:off x="7694640" y="1568880"/>
            <a:ext cx="315720" cy="1342440"/>
          </a:xfrm>
          <a:prstGeom prst="straightConnector1">
            <a:avLst/>
          </a:prstGeom>
          <a:ln w="9525">
            <a:solidFill>
              <a:srgbClr val="3D3D3D"/>
            </a:solidFill>
            <a:round/>
          </a:ln>
        </p:spPr>
      </p:cxnSp>
      <p:cxnSp>
        <p:nvCxnSpPr>
          <p:cNvPr id="41" name="Google Shape;553;p11"/>
          <p:cNvCxnSpPr/>
          <p:nvPr/>
        </p:nvCxnSpPr>
        <p:spPr>
          <a:xfrm flipH="1">
            <a:off x="7702200" y="266400"/>
            <a:ext cx="392400" cy="1332360"/>
          </a:xfrm>
          <a:prstGeom prst="straightConnector1">
            <a:avLst/>
          </a:prstGeom>
          <a:ln w="9525">
            <a:solidFill>
              <a:srgbClr val="3D3D3D"/>
            </a:solidFill>
            <a:round/>
          </a:ln>
        </p:spPr>
      </p:cxnSp>
      <p:cxnSp>
        <p:nvCxnSpPr>
          <p:cNvPr id="42" name="Google Shape;554;p11"/>
          <p:cNvCxnSpPr/>
          <p:nvPr/>
        </p:nvCxnSpPr>
        <p:spPr>
          <a:xfrm flipH="1">
            <a:off x="8101800" y="0"/>
            <a:ext cx="407160" cy="273960"/>
          </a:xfrm>
          <a:prstGeom prst="straightConnector1">
            <a:avLst/>
          </a:prstGeom>
          <a:ln w="9525">
            <a:solidFill>
              <a:srgbClr val="3D3D3D"/>
            </a:solidFill>
            <a:round/>
          </a:ln>
        </p:spPr>
      </p:cxnSp>
      <p:grpSp>
        <p:nvGrpSpPr>
          <p:cNvPr id="43" name="Google Shape;555;p11"/>
          <p:cNvGrpSpPr/>
          <p:nvPr/>
        </p:nvGrpSpPr>
        <p:grpSpPr>
          <a:xfrm>
            <a:off x="7407360" y="1284840"/>
            <a:ext cx="582120" cy="581400"/>
            <a:chOff x="7407360" y="1284840"/>
            <a:chExt cx="582120" cy="581400"/>
          </a:xfrm>
        </p:grpSpPr>
        <p:sp>
          <p:nvSpPr>
            <p:cNvPr id="44" name="Google Shape;556;p11"/>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57;p11"/>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558;p11"/>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59;p11"/>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60;p11"/>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61;p11"/>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 name="Google Shape;562;p11"/>
          <p:cNvGrpSpPr/>
          <p:nvPr/>
        </p:nvGrpSpPr>
        <p:grpSpPr>
          <a:xfrm>
            <a:off x="7869600" y="2754360"/>
            <a:ext cx="292320" cy="291600"/>
            <a:chOff x="7869600" y="2754360"/>
            <a:chExt cx="292320" cy="291600"/>
          </a:xfrm>
        </p:grpSpPr>
        <p:sp>
          <p:nvSpPr>
            <p:cNvPr id="51" name="Google Shape;563;p11"/>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564;p11"/>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565;p11"/>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566;p11"/>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567;p11"/>
          <p:cNvGrpSpPr/>
          <p:nvPr/>
        </p:nvGrpSpPr>
        <p:grpSpPr>
          <a:xfrm>
            <a:off x="8012880" y="177840"/>
            <a:ext cx="174600" cy="174600"/>
            <a:chOff x="8012880" y="177840"/>
            <a:chExt cx="174600" cy="174600"/>
          </a:xfrm>
        </p:grpSpPr>
        <p:sp>
          <p:nvSpPr>
            <p:cNvPr id="56" name="Google Shape;568;p11"/>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569;p11"/>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570;p11"/>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571;p11"/>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 name="Google Shape;572;p11"/>
          <p:cNvGrpSpPr/>
          <p:nvPr/>
        </p:nvGrpSpPr>
        <p:grpSpPr>
          <a:xfrm>
            <a:off x="7551720" y="3880440"/>
            <a:ext cx="293040" cy="292680"/>
            <a:chOff x="7551720" y="3880440"/>
            <a:chExt cx="293040" cy="292680"/>
          </a:xfrm>
        </p:grpSpPr>
        <p:sp>
          <p:nvSpPr>
            <p:cNvPr id="61" name="Google Shape;573;p11"/>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574;p11"/>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575;p11"/>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576;p11"/>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577;p11"/>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578;p11"/>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579;p11"/>
          <p:cNvGrpSpPr/>
          <p:nvPr/>
        </p:nvGrpSpPr>
        <p:grpSpPr>
          <a:xfrm>
            <a:off x="8333280" y="249120"/>
            <a:ext cx="26640" cy="174600"/>
            <a:chOff x="8333280" y="249120"/>
            <a:chExt cx="26640" cy="174600"/>
          </a:xfrm>
        </p:grpSpPr>
        <p:sp>
          <p:nvSpPr>
            <p:cNvPr id="68" name="Google Shape;580;p11"/>
            <p:cNvSpPr/>
            <p:nvPr/>
          </p:nvSpPr>
          <p:spPr>
            <a:xfrm rot="16200000" flipV="1">
              <a:off x="8333280" y="397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581;p11"/>
            <p:cNvSpPr/>
            <p:nvPr/>
          </p:nvSpPr>
          <p:spPr>
            <a:xfrm rot="16200000" flipV="1">
              <a:off x="8333280" y="3232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582;p11"/>
            <p:cNvSpPr/>
            <p:nvPr/>
          </p:nvSpPr>
          <p:spPr>
            <a:xfrm rot="16200000" flipV="1">
              <a:off x="8333280" y="249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1" name="Google Shape;583;p11"/>
          <p:cNvCxnSpPr/>
          <p:nvPr/>
        </p:nvCxnSpPr>
        <p:spPr>
          <a:xfrm flipH="1" flipV="1">
            <a:off x="1513800" y="1824840"/>
            <a:ext cx="126360" cy="1672920"/>
          </a:xfrm>
          <a:prstGeom prst="straightConnector1">
            <a:avLst/>
          </a:prstGeom>
          <a:ln w="9525">
            <a:solidFill>
              <a:srgbClr val="3D3D3D"/>
            </a:solidFill>
            <a:round/>
          </a:ln>
        </p:spPr>
      </p:cxnSp>
      <p:cxnSp>
        <p:nvCxnSpPr>
          <p:cNvPr id="72" name="Google Shape;584;p11"/>
          <p:cNvCxnSpPr/>
          <p:nvPr/>
        </p:nvCxnSpPr>
        <p:spPr>
          <a:xfrm flipV="1">
            <a:off x="889920" y="3510720"/>
            <a:ext cx="743760" cy="829800"/>
          </a:xfrm>
          <a:prstGeom prst="straightConnector1">
            <a:avLst/>
          </a:prstGeom>
          <a:ln w="9525">
            <a:solidFill>
              <a:srgbClr val="3D3D3D"/>
            </a:solidFill>
            <a:round/>
          </a:ln>
        </p:spPr>
      </p:cxnSp>
      <p:cxnSp>
        <p:nvCxnSpPr>
          <p:cNvPr id="73" name="Google Shape;585;p11"/>
          <p:cNvCxnSpPr/>
          <p:nvPr/>
        </p:nvCxnSpPr>
        <p:spPr>
          <a:xfrm flipH="1" flipV="1">
            <a:off x="909720" y="4347000"/>
            <a:ext cx="1188360" cy="796680"/>
          </a:xfrm>
          <a:prstGeom prst="straightConnector1">
            <a:avLst/>
          </a:prstGeom>
          <a:ln w="9525">
            <a:solidFill>
              <a:srgbClr val="3D3D3D"/>
            </a:solidFill>
            <a:round/>
          </a:ln>
        </p:spPr>
      </p:cxnSp>
      <p:grpSp>
        <p:nvGrpSpPr>
          <p:cNvPr id="74" name="Google Shape;586;p11"/>
          <p:cNvGrpSpPr/>
          <p:nvPr/>
        </p:nvGrpSpPr>
        <p:grpSpPr>
          <a:xfrm>
            <a:off x="621360" y="4062240"/>
            <a:ext cx="582120" cy="581400"/>
            <a:chOff x="621360" y="4062240"/>
            <a:chExt cx="582120" cy="581400"/>
          </a:xfrm>
        </p:grpSpPr>
        <p:sp>
          <p:nvSpPr>
            <p:cNvPr id="75" name="Google Shape;587;p11"/>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588;p11"/>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589;p11"/>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590;p11"/>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591;p11"/>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592;p11"/>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 name="Google Shape;593;p11"/>
          <p:cNvGrpSpPr/>
          <p:nvPr/>
        </p:nvGrpSpPr>
        <p:grpSpPr>
          <a:xfrm>
            <a:off x="1482840" y="3351240"/>
            <a:ext cx="292320" cy="291600"/>
            <a:chOff x="1482840" y="3351240"/>
            <a:chExt cx="292320" cy="291600"/>
          </a:xfrm>
        </p:grpSpPr>
        <p:sp>
          <p:nvSpPr>
            <p:cNvPr id="82" name="Google Shape;594;p11"/>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595;p11"/>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596;p11"/>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597;p11"/>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6" name="Google Shape;598;p11"/>
          <p:cNvGrpSpPr/>
          <p:nvPr/>
        </p:nvGrpSpPr>
        <p:grpSpPr>
          <a:xfrm>
            <a:off x="1595520" y="4790160"/>
            <a:ext cx="174600" cy="174600"/>
            <a:chOff x="1595520" y="4790160"/>
            <a:chExt cx="174600" cy="174600"/>
          </a:xfrm>
        </p:grpSpPr>
        <p:sp>
          <p:nvSpPr>
            <p:cNvPr id="87" name="Google Shape;599;p11"/>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600;p11"/>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601;p11"/>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602;p11"/>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 name="Google Shape;603;p11"/>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604;p11"/>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605;p11"/>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606;p11"/>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607;p11"/>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608;p11"/>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7" name="Google Shape;609;p11"/>
          <p:cNvGrpSpPr/>
          <p:nvPr/>
        </p:nvGrpSpPr>
        <p:grpSpPr>
          <a:xfrm>
            <a:off x="1775520" y="1441440"/>
            <a:ext cx="26640" cy="174600"/>
            <a:chOff x="1775520" y="1441440"/>
            <a:chExt cx="26640" cy="174600"/>
          </a:xfrm>
        </p:grpSpPr>
        <p:sp>
          <p:nvSpPr>
            <p:cNvPr id="98" name="Google Shape;610;p11"/>
            <p:cNvSpPr/>
            <p:nvPr/>
          </p:nvSpPr>
          <p:spPr>
            <a:xfrm rot="5400000">
              <a:off x="1775520" y="1441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611;p11"/>
            <p:cNvSpPr/>
            <p:nvPr/>
          </p:nvSpPr>
          <p:spPr>
            <a:xfrm rot="5400000">
              <a:off x="1775520" y="15152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612;p11"/>
            <p:cNvSpPr/>
            <p:nvPr/>
          </p:nvSpPr>
          <p:spPr>
            <a:xfrm rot="5400000">
              <a:off x="1775520" y="15894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 name="Google Shape;613;p11"/>
          <p:cNvGrpSpPr/>
          <p:nvPr/>
        </p:nvGrpSpPr>
        <p:grpSpPr>
          <a:xfrm>
            <a:off x="1893960" y="4488120"/>
            <a:ext cx="26640" cy="174600"/>
            <a:chOff x="1893960" y="4488120"/>
            <a:chExt cx="26640" cy="174600"/>
          </a:xfrm>
        </p:grpSpPr>
        <p:sp>
          <p:nvSpPr>
            <p:cNvPr id="102" name="Google Shape;614;p11"/>
            <p:cNvSpPr/>
            <p:nvPr/>
          </p:nvSpPr>
          <p:spPr>
            <a:xfrm rot="5400000">
              <a:off x="1893960" y="4488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615;p11"/>
            <p:cNvSpPr/>
            <p:nvPr/>
          </p:nvSpPr>
          <p:spPr>
            <a:xfrm rot="5400000">
              <a:off x="1893960" y="4561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616;p11"/>
            <p:cNvSpPr/>
            <p:nvPr/>
          </p:nvSpPr>
          <p:spPr>
            <a:xfrm rot="5400000">
              <a:off x="1893960" y="4636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617;p11"/>
          <p:cNvGrpSpPr/>
          <p:nvPr/>
        </p:nvGrpSpPr>
        <p:grpSpPr>
          <a:xfrm>
            <a:off x="483120" y="4066920"/>
            <a:ext cx="26640" cy="174600"/>
            <a:chOff x="483120" y="4066920"/>
            <a:chExt cx="26640" cy="174600"/>
          </a:xfrm>
        </p:grpSpPr>
        <p:sp>
          <p:nvSpPr>
            <p:cNvPr id="106" name="Google Shape;618;p11"/>
            <p:cNvSpPr/>
            <p:nvPr/>
          </p:nvSpPr>
          <p:spPr>
            <a:xfrm rot="5400000">
              <a:off x="483120" y="4066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619;p11"/>
            <p:cNvSpPr/>
            <p:nvPr/>
          </p:nvSpPr>
          <p:spPr>
            <a:xfrm rot="5400000">
              <a:off x="483120" y="41407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620;p11"/>
            <p:cNvSpPr/>
            <p:nvPr/>
          </p:nvSpPr>
          <p:spPr>
            <a:xfrm rot="5400000">
              <a:off x="483120" y="4214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9" name="PlaceHolder 1"/>
          <p:cNvSpPr>
            <a:spLocks noGrp="1"/>
          </p:cNvSpPr>
          <p:nvPr>
            <p:ph type="title"/>
          </p:nvPr>
        </p:nvSpPr>
        <p:spPr>
          <a:xfrm>
            <a:off x="2624400" y="2057400"/>
            <a:ext cx="3904200" cy="78588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003487-7603-6C61-AAB3-78319BD26F9B}"/>
              </a:ext>
            </a:extLst>
          </p:cNvPr>
          <p:cNvSpPr/>
          <p:nvPr/>
        </p:nvSpPr>
        <p:spPr>
          <a:xfrm>
            <a:off x="0" y="0"/>
            <a:ext cx="9144000" cy="5143500"/>
          </a:xfrm>
          <a:prstGeom prst="rect">
            <a:avLst/>
          </a:prstGeom>
          <a:solidFill>
            <a:srgbClr val="A81B50"/>
          </a:solidFill>
          <a:ln>
            <a:solidFill>
              <a:srgbClr val="A81B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6F97B44A-5EF5-84A5-1C46-B9405B344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6160" y="861759"/>
            <a:ext cx="3043486" cy="934036"/>
          </a:xfrm>
          <a:prstGeom prst="rect">
            <a:avLst/>
          </a:prstGeom>
        </p:spPr>
      </p:pic>
      <p:sp>
        <p:nvSpPr>
          <p:cNvPr id="7" name="TextBox 6">
            <a:extLst>
              <a:ext uri="{FF2B5EF4-FFF2-40B4-BE49-F238E27FC236}">
                <a16:creationId xmlns:a16="http://schemas.microsoft.com/office/drawing/2014/main" id="{8B654F26-D9C1-2A3F-47E0-F94E514A42B6}"/>
              </a:ext>
            </a:extLst>
          </p:cNvPr>
          <p:cNvSpPr txBox="1"/>
          <p:nvPr/>
        </p:nvSpPr>
        <p:spPr>
          <a:xfrm>
            <a:off x="3200400" y="2516709"/>
            <a:ext cx="2743200" cy="830997"/>
          </a:xfrm>
          <a:prstGeom prst="rect">
            <a:avLst/>
          </a:prstGeom>
          <a:noFill/>
        </p:spPr>
        <p:txBody>
          <a:bodyPr wrap="square" rtlCol="0">
            <a:spAutoFit/>
          </a:bodyPr>
          <a:lstStyle/>
          <a:p>
            <a:pPr algn="ctr"/>
            <a:r>
              <a:rPr lang="en-IN" sz="2400" b="1" dirty="0">
                <a:solidFill>
                  <a:schemeClr val="bg1"/>
                </a:solidFill>
              </a:rPr>
              <a:t>C++</a:t>
            </a:r>
            <a:br>
              <a:rPr lang="en-IN" sz="2400" b="1" dirty="0">
                <a:solidFill>
                  <a:schemeClr val="bg1"/>
                </a:solidFill>
              </a:rPr>
            </a:br>
            <a:r>
              <a:rPr lang="en-IN" sz="2400" b="1" dirty="0">
                <a:solidFill>
                  <a:schemeClr val="bg1"/>
                </a:solidFill>
              </a:rPr>
              <a:t>Group-12</a:t>
            </a:r>
          </a:p>
        </p:txBody>
      </p:sp>
    </p:spTree>
    <p:extLst>
      <p:ext uri="{BB962C8B-B14F-4D97-AF65-F5344CB8AC3E}">
        <p14:creationId xmlns:p14="http://schemas.microsoft.com/office/powerpoint/2010/main" val="3588868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 name="Google Shape;2239;p41"/>
          <p:cNvSpPr/>
          <p:nvPr/>
        </p:nvSpPr>
        <p:spPr>
          <a:xfrm>
            <a:off x="410760" y="789120"/>
            <a:ext cx="3565080" cy="3565080"/>
          </a:xfrm>
          <a:prstGeom prst="ellipse">
            <a:avLst/>
          </a:prstGeom>
          <a:solidFill>
            <a:srgbClr val="A81B50"/>
          </a:solidFill>
          <a:ln w="9525">
            <a:solidFill>
              <a:srgbClr val="A81B5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3"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4"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835"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0" u="none" strike="noStrike" dirty="0">
                <a:solidFill>
                  <a:srgbClr val="A81B50"/>
                </a:solidFill>
                <a:effectLst/>
                <a:uFillTx/>
                <a:latin typeface="Barlow Semi Condensed Medium"/>
                <a:ea typeface="Barlow Semi Condensed Medium"/>
              </a:rPr>
              <a:t>Introduction</a:t>
            </a:r>
            <a:endParaRPr lang="fr-FR" sz="2800" b="0" u="none" strike="noStrike" dirty="0">
              <a:solidFill>
                <a:srgbClr val="A81B50"/>
              </a:solidFill>
              <a:effectLst/>
              <a:uFillTx/>
              <a:latin typeface="Arial"/>
            </a:endParaRPr>
          </a:p>
        </p:txBody>
      </p:sp>
      <p:sp>
        <p:nvSpPr>
          <p:cNvPr id="1836"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dirty="0">
                <a:solidFill>
                  <a:schemeClr val="dk2"/>
                </a:solidFill>
                <a:effectLst/>
                <a:uFillTx/>
                <a:latin typeface="Barlow Semi Condensed"/>
                <a:ea typeface="Barlow Semi Condensed"/>
              </a:rPr>
              <a:t>This presentation explains a simple login system implemented in C++. It covers the core features such as user registration, login process, and password hashing. The goal is to create a secure, easy-to-use system with data stored in a plain text file. Visual aids like login form illustrations enhance understanding.</a:t>
            </a:r>
            <a:endParaRPr lang="fr-FR" sz="1200" b="0" u="none" strike="noStrike" dirty="0">
              <a:solidFill>
                <a:srgbClr val="000000"/>
              </a:solidFill>
              <a:effectLst/>
              <a:uFillTx/>
              <a:latin typeface="Arial"/>
            </a:endParaRPr>
          </a:p>
        </p:txBody>
      </p:sp>
      <p:pic>
        <p:nvPicPr>
          <p:cNvPr id="2" name="Picture 1">
            <a:extLst>
              <a:ext uri="{FF2B5EF4-FFF2-40B4-BE49-F238E27FC236}">
                <a16:creationId xmlns:a16="http://schemas.microsoft.com/office/drawing/2014/main" id="{14ECF0FB-E946-ECE1-8C8A-F204D5CD0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6160" y="-1528736"/>
            <a:ext cx="3043486" cy="934036"/>
          </a:xfrm>
          <a:prstGeom prst="rect">
            <a:avLst/>
          </a:prstGeom>
        </p:spPr>
      </p:pic>
      <p:sp>
        <p:nvSpPr>
          <p:cNvPr id="3" name="TextBox 2">
            <a:extLst>
              <a:ext uri="{FF2B5EF4-FFF2-40B4-BE49-F238E27FC236}">
                <a16:creationId xmlns:a16="http://schemas.microsoft.com/office/drawing/2014/main" id="{D402BCCE-5C44-1688-07D5-636BCB35ECC4}"/>
              </a:ext>
            </a:extLst>
          </p:cNvPr>
          <p:cNvSpPr txBox="1"/>
          <p:nvPr/>
        </p:nvSpPr>
        <p:spPr>
          <a:xfrm>
            <a:off x="3200400" y="5821600"/>
            <a:ext cx="2743200" cy="830997"/>
          </a:xfrm>
          <a:prstGeom prst="rect">
            <a:avLst/>
          </a:prstGeom>
          <a:noFill/>
        </p:spPr>
        <p:txBody>
          <a:bodyPr wrap="square" rtlCol="0">
            <a:spAutoFit/>
          </a:bodyPr>
          <a:lstStyle/>
          <a:p>
            <a:pPr algn="ctr"/>
            <a:r>
              <a:rPr lang="en-IN" sz="2400" b="1" dirty="0">
                <a:solidFill>
                  <a:schemeClr val="bg1"/>
                </a:solidFill>
              </a:rPr>
              <a:t>C++</a:t>
            </a:r>
            <a:br>
              <a:rPr lang="en-IN" sz="2400" b="1" dirty="0">
                <a:solidFill>
                  <a:schemeClr val="bg1"/>
                </a:solidFill>
              </a:rPr>
            </a:br>
            <a:r>
              <a:rPr lang="en-IN" sz="2400" b="1" dirty="0">
                <a:solidFill>
                  <a:schemeClr val="bg1"/>
                </a:solidFill>
              </a:rPr>
              <a:t>Group-12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 name="Rectangle 1836"/>
          <p:cNvSpPr/>
          <p:nvPr/>
        </p:nvSpPr>
        <p:spPr>
          <a:xfrm>
            <a:off x="476280" y="47628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rgbClr val="A81B50"/>
                </a:solidFill>
                <a:effectLst/>
                <a:uFillTx/>
                <a:latin typeface="Calibri"/>
              </a:rPr>
              <a:t>01</a:t>
            </a:r>
            <a:endParaRPr lang="en-US" sz="5000" b="0" u="none" strike="noStrike" dirty="0">
              <a:solidFill>
                <a:srgbClr val="A81B50"/>
              </a:solidFill>
              <a:effectLst/>
              <a:uFillTx/>
              <a:latin typeface="OpenSymbol"/>
            </a:endParaRPr>
          </a:p>
        </p:txBody>
      </p:sp>
      <p:sp>
        <p:nvSpPr>
          <p:cNvPr id="1838" name="Rectangle 1837"/>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dirty="0">
                <a:solidFill>
                  <a:srgbClr val="A81B50"/>
                </a:solidFill>
                <a:effectLst/>
                <a:uFillTx/>
                <a:latin typeface="Fjalla One"/>
              </a:rPr>
              <a:t>Introduction to Login System</a:t>
            </a:r>
            <a:endParaRPr lang="en-US" sz="4000" b="0" u="none" strike="noStrike" dirty="0">
              <a:solidFill>
                <a:srgbClr val="A81B50"/>
              </a:solidFill>
              <a:effectLst/>
              <a:uFillTx/>
              <a:latin typeface="OpenSymbol"/>
            </a:endParaRPr>
          </a:p>
        </p:txBody>
      </p:sp>
      <p:pic>
        <p:nvPicPr>
          <p:cNvPr id="1839" name="image698762d064536" descr="image698762d06453b"/>
          <p:cNvPicPr/>
          <p:nvPr/>
        </p:nvPicPr>
        <p:blipFill>
          <a:blip r:embed="rId2"/>
          <a:stretch/>
        </p:blipFill>
        <p:spPr>
          <a:xfrm>
            <a:off x="4572000" y="0"/>
            <a:ext cx="4571640" cy="5143320"/>
          </a:xfrm>
          <a:prstGeom prst="rect">
            <a:avLst/>
          </a:prstGeom>
          <a:noFill/>
          <a:ln w="0">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0" name="Rectangle 183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dirty="0">
                <a:solidFill>
                  <a:srgbClr val="A81B50"/>
                </a:solidFill>
                <a:effectLst/>
                <a:uFillTx/>
                <a:latin typeface="Fjalla One"/>
              </a:rPr>
              <a:t>Purpose and Features</a:t>
            </a:r>
            <a:endParaRPr lang="en-US" sz="2800" b="0" u="none" strike="noStrike" dirty="0">
              <a:solidFill>
                <a:srgbClr val="A81B50"/>
              </a:solidFill>
              <a:effectLst/>
              <a:uFillTx/>
              <a:latin typeface="OpenSymbol"/>
            </a:endParaRPr>
          </a:p>
        </p:txBody>
      </p:sp>
      <p:sp>
        <p:nvSpPr>
          <p:cNvPr id="1841" name="Rectangle 184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The system enables users to register and log in securely by storing hashed passwords. Key features include simple user management, password hashing to protect credentials, and data storage in a text file named </a:t>
            </a:r>
            <a:r>
              <a:rPr lang="en-US" sz="1200" b="0" i="1" u="none" strike="noStrike" dirty="0">
                <a:solidFill>
                  <a:schemeClr val="dk2"/>
                </a:solidFill>
                <a:effectLst/>
                <a:uFillTx/>
                <a:latin typeface="Barlow Semi Condensed"/>
              </a:rPr>
              <a:t>users.txt</a:t>
            </a:r>
            <a:r>
              <a:rPr lang="en-US" sz="1200" b="0" u="none" strike="noStrike" dirty="0">
                <a:solidFill>
                  <a:schemeClr val="dk2"/>
                </a:solidFill>
                <a:effectLst/>
                <a:uFillTx/>
                <a:latin typeface="Barlow Semi Condensed"/>
              </a:rPr>
              <a:t>. This approach balances ease of implementation and basic security needs.</a:t>
            </a:r>
            <a:endParaRPr lang="en-US" sz="1200" b="0" u="none" strike="noStrike" dirty="0">
              <a:solidFill>
                <a:srgbClr val="000000"/>
              </a:solidFill>
              <a:effectLst/>
              <a:uFillTx/>
              <a:latin typeface="OpenSymbo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2" name="Google Shape;2218;p40"/>
          <p:cNvGrpSpPr/>
          <p:nvPr/>
        </p:nvGrpSpPr>
        <p:grpSpPr>
          <a:xfrm>
            <a:off x="3732480" y="527040"/>
            <a:ext cx="1678680" cy="1678680"/>
            <a:chOff x="3732480" y="527040"/>
            <a:chExt cx="1678680" cy="1678680"/>
          </a:xfrm>
          <a:solidFill>
            <a:srgbClr val="A81B50"/>
          </a:solidFill>
        </p:grpSpPr>
        <p:sp>
          <p:nvSpPr>
            <p:cNvPr id="1843" name="Google Shape;2219;p40"/>
            <p:cNvSpPr/>
            <p:nvPr/>
          </p:nvSpPr>
          <p:spPr>
            <a:xfrm>
              <a:off x="3732480" y="527040"/>
              <a:ext cx="1678680" cy="1678680"/>
            </a:xfrm>
            <a:prstGeom prst="ellipse">
              <a:avLst/>
            </a:prstGeom>
            <a:grp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4" name="Google Shape;2220;p40"/>
            <p:cNvSpPr/>
            <p:nvPr/>
          </p:nvSpPr>
          <p:spPr>
            <a:xfrm>
              <a:off x="3956400" y="750960"/>
              <a:ext cx="1230480" cy="1230480"/>
            </a:xfrm>
            <a:prstGeom prst="ellipse">
              <a:avLst/>
            </a:prstGeom>
            <a:solidFill>
              <a:schemeClr val="bg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5" name="Google Shape;2221;p40"/>
          <p:cNvGrpSpPr/>
          <p:nvPr/>
        </p:nvGrpSpPr>
        <p:grpSpPr>
          <a:xfrm>
            <a:off x="4276440" y="1071000"/>
            <a:ext cx="591120" cy="590400"/>
            <a:chOff x="4276440" y="1071000"/>
            <a:chExt cx="591120" cy="590400"/>
          </a:xfrm>
        </p:grpSpPr>
        <p:sp>
          <p:nvSpPr>
            <p:cNvPr id="1846"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7"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8"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9"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0"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1"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2"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3"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4"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5"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56"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rgbClr val="A81B50"/>
                </a:solidFill>
                <a:effectLst/>
                <a:uFillTx/>
                <a:latin typeface="Fjalla One"/>
                <a:ea typeface="Fjalla One"/>
              </a:rPr>
              <a:t>User Registration Process</a:t>
            </a:r>
            <a:endParaRPr lang="fr-FR" sz="2800" b="0" u="none" strike="noStrike" dirty="0">
              <a:solidFill>
                <a:srgbClr val="A81B50"/>
              </a:solidFill>
              <a:effectLst/>
              <a:uFillTx/>
              <a:latin typeface="Arial"/>
            </a:endParaRPr>
          </a:p>
        </p:txBody>
      </p:sp>
      <p:sp>
        <p:nvSpPr>
          <p:cNvPr id="1857"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20000"/>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Users provide a username and password during registration. The password is hashed using a custom function before saving, ensuring it’s not stored in plaintext. Each entry is recorded in </a:t>
            </a:r>
            <a:r>
              <a:rPr lang="en-US" sz="1600" b="0" i="1" u="none" strike="noStrike">
                <a:solidFill>
                  <a:schemeClr val="dk2"/>
                </a:solidFill>
                <a:effectLst/>
                <a:uFillTx/>
                <a:latin typeface="Barlow Semi Condensed"/>
                <a:ea typeface="Barlow Semi Condensed"/>
              </a:rPr>
              <a:t>users.txt</a:t>
            </a:r>
            <a:r>
              <a:rPr lang="en-US" sz="1600" b="0" u="none" strike="noStrike">
                <a:solidFill>
                  <a:schemeClr val="dk2"/>
                </a:solidFill>
                <a:effectLst/>
                <a:uFillTx/>
                <a:latin typeface="Barlow Semi Condensed"/>
                <a:ea typeface="Barlow Semi Condensed"/>
              </a:rPr>
              <a:t>. This process guarantees that sensitive data is handled securely from the start of user interaction.</a:t>
            </a:r>
            <a:endParaRPr lang="en-US" sz="1600" b="0" u="none" strike="noStrike">
              <a:solidFill>
                <a:srgbClr val="000000"/>
              </a:solidFill>
              <a:effectLst/>
              <a:uFillTx/>
              <a:latin typeface="OpenSymbo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4" name="Rectangle 1863"/>
          <p:cNvSpPr/>
          <p:nvPr/>
        </p:nvSpPr>
        <p:spPr>
          <a:xfrm>
            <a:off x="175320" y="221554"/>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rgbClr val="A81B50"/>
                </a:solidFill>
                <a:effectLst/>
                <a:uFillTx/>
                <a:latin typeface="Calibri"/>
              </a:rPr>
              <a:t>02</a:t>
            </a:r>
            <a:endParaRPr lang="en-US" sz="5000" b="0" u="none" strike="noStrike" dirty="0">
              <a:solidFill>
                <a:srgbClr val="A81B50"/>
              </a:solidFill>
              <a:effectLst/>
              <a:uFillTx/>
              <a:latin typeface="OpenSymbol"/>
            </a:endParaRPr>
          </a:p>
        </p:txBody>
      </p:sp>
      <p:sp>
        <p:nvSpPr>
          <p:cNvPr id="1865" name="Rectangle 1864"/>
          <p:cNvSpPr/>
          <p:nvPr/>
        </p:nvSpPr>
        <p:spPr>
          <a:xfrm>
            <a:off x="1050531" y="377282"/>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0" u="none" strike="noStrike" dirty="0">
                <a:solidFill>
                  <a:srgbClr val="A81B50"/>
                </a:solidFill>
                <a:effectLst/>
                <a:uFillTx/>
                <a:latin typeface="Fjalla One"/>
              </a:rPr>
              <a:t>Code Implementation</a:t>
            </a:r>
            <a:endParaRPr lang="en-US" sz="3200" b="0" u="none" strike="noStrike" dirty="0">
              <a:solidFill>
                <a:srgbClr val="A81B50"/>
              </a:solidFill>
              <a:effectLst/>
              <a:uFillTx/>
              <a:latin typeface="OpenSymbol"/>
            </a:endParaRPr>
          </a:p>
        </p:txBody>
      </p:sp>
      <p:pic>
        <p:nvPicPr>
          <p:cNvPr id="3" name="Picture 2">
            <a:extLst>
              <a:ext uri="{FF2B5EF4-FFF2-40B4-BE49-F238E27FC236}">
                <a16:creationId xmlns:a16="http://schemas.microsoft.com/office/drawing/2014/main" id="{A1BED338-445A-0AB7-BDDC-CE73F9BA6631}"/>
              </a:ext>
            </a:extLst>
          </p:cNvPr>
          <p:cNvPicPr>
            <a:picLocks noChangeAspect="1"/>
          </p:cNvPicPr>
          <p:nvPr/>
        </p:nvPicPr>
        <p:blipFill>
          <a:blip r:embed="rId2">
            <a:extLst>
              <a:ext uri="{28A0092B-C50C-407E-A947-70E740481C1C}">
                <a14:useLocalDpi xmlns:a14="http://schemas.microsoft.com/office/drawing/2010/main" val="0"/>
              </a:ext>
            </a:extLst>
          </a:blip>
          <a:srcRect b="52916"/>
          <a:stretch>
            <a:fillRect/>
          </a:stretch>
        </p:blipFill>
        <p:spPr>
          <a:xfrm>
            <a:off x="1480339" y="685539"/>
            <a:ext cx="3171556" cy="4344101"/>
          </a:xfrm>
          <a:prstGeom prst="rect">
            <a:avLst/>
          </a:prstGeom>
        </p:spPr>
      </p:pic>
      <p:pic>
        <p:nvPicPr>
          <p:cNvPr id="4" name="Picture 3">
            <a:extLst>
              <a:ext uri="{FF2B5EF4-FFF2-40B4-BE49-F238E27FC236}">
                <a16:creationId xmlns:a16="http://schemas.microsoft.com/office/drawing/2014/main" id="{B36880B0-8B68-16FC-2868-A57392210B0A}"/>
              </a:ext>
            </a:extLst>
          </p:cNvPr>
          <p:cNvPicPr>
            <a:picLocks noChangeAspect="1"/>
          </p:cNvPicPr>
          <p:nvPr/>
        </p:nvPicPr>
        <p:blipFill>
          <a:blip r:embed="rId2">
            <a:extLst>
              <a:ext uri="{28A0092B-C50C-407E-A947-70E740481C1C}">
                <a14:useLocalDpi xmlns:a14="http://schemas.microsoft.com/office/drawing/2010/main" val="0"/>
              </a:ext>
            </a:extLst>
          </a:blip>
          <a:srcRect t="47084"/>
          <a:stretch>
            <a:fillRect/>
          </a:stretch>
        </p:blipFill>
        <p:spPr>
          <a:xfrm>
            <a:off x="4416483" y="416468"/>
            <a:ext cx="3171556" cy="48822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288E-81D8-60DD-624F-1233DB251974}"/>
            </a:ext>
          </a:extLst>
        </p:cNvPr>
        <p:cNvGrpSpPr/>
        <p:nvPr/>
      </p:nvGrpSpPr>
      <p:grpSpPr>
        <a:xfrm>
          <a:off x="0" y="0"/>
          <a:ext cx="0" cy="0"/>
          <a:chOff x="0" y="0"/>
          <a:chExt cx="0" cy="0"/>
        </a:xfrm>
      </p:grpSpPr>
      <p:sp>
        <p:nvSpPr>
          <p:cNvPr id="1865" name="Rectangle 1864">
            <a:extLst>
              <a:ext uri="{FF2B5EF4-FFF2-40B4-BE49-F238E27FC236}">
                <a16:creationId xmlns:a16="http://schemas.microsoft.com/office/drawing/2014/main" id="{98FB0DCC-C730-3C41-E01C-4428F1D1E698}"/>
              </a:ext>
            </a:extLst>
          </p:cNvPr>
          <p:cNvSpPr/>
          <p:nvPr/>
        </p:nvSpPr>
        <p:spPr>
          <a:xfrm>
            <a:off x="167393" y="135005"/>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dirty="0">
                <a:solidFill>
                  <a:srgbClr val="A81B50"/>
                </a:solidFill>
                <a:effectLst/>
                <a:uFillTx/>
                <a:latin typeface="OpenSymbol"/>
              </a:rPr>
              <a:t>Output</a:t>
            </a:r>
          </a:p>
        </p:txBody>
      </p:sp>
      <p:pic>
        <p:nvPicPr>
          <p:cNvPr id="5" name="Picture 4" descr="A screenshot of a computer screen&#10;&#10;AI-generated content may be incorrect.">
            <a:extLst>
              <a:ext uri="{FF2B5EF4-FFF2-40B4-BE49-F238E27FC236}">
                <a16:creationId xmlns:a16="http://schemas.microsoft.com/office/drawing/2014/main" id="{DCC8DF5F-84F9-23DC-CCBC-6577DD91E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81" y="1474664"/>
            <a:ext cx="2631060" cy="2026627"/>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5FCA0AC1-4877-9947-A051-BD6F18377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6581" y="1474664"/>
            <a:ext cx="2665980" cy="2026627"/>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DA3E0D47-A4D7-0FE2-CC73-6307AFED4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2701" y="1474663"/>
            <a:ext cx="2866058" cy="2026627"/>
          </a:xfrm>
          <a:prstGeom prst="rect">
            <a:avLst/>
          </a:prstGeom>
        </p:spPr>
      </p:pic>
      <p:sp>
        <p:nvSpPr>
          <p:cNvPr id="10" name="TextBox 9">
            <a:extLst>
              <a:ext uri="{FF2B5EF4-FFF2-40B4-BE49-F238E27FC236}">
                <a16:creationId xmlns:a16="http://schemas.microsoft.com/office/drawing/2014/main" id="{ABFFC8D6-C045-7A1C-B868-639E8B02DEF6}"/>
              </a:ext>
            </a:extLst>
          </p:cNvPr>
          <p:cNvSpPr txBox="1"/>
          <p:nvPr/>
        </p:nvSpPr>
        <p:spPr>
          <a:xfrm>
            <a:off x="6042701" y="1167852"/>
            <a:ext cx="2680631" cy="307777"/>
          </a:xfrm>
          <a:prstGeom prst="rect">
            <a:avLst/>
          </a:prstGeom>
          <a:noFill/>
        </p:spPr>
        <p:txBody>
          <a:bodyPr wrap="square" rtlCol="0">
            <a:spAutoFit/>
          </a:bodyPr>
          <a:lstStyle/>
          <a:p>
            <a:r>
              <a:rPr lang="en-US" sz="1400" dirty="0">
                <a:solidFill>
                  <a:schemeClr val="tx2">
                    <a:lumMod val="25000"/>
                  </a:schemeClr>
                </a:solidFill>
              </a:rPr>
              <a:t>If user or password invalid</a:t>
            </a:r>
          </a:p>
        </p:txBody>
      </p:sp>
      <p:sp>
        <p:nvSpPr>
          <p:cNvPr id="11" name="TextBox 10">
            <a:extLst>
              <a:ext uri="{FF2B5EF4-FFF2-40B4-BE49-F238E27FC236}">
                <a16:creationId xmlns:a16="http://schemas.microsoft.com/office/drawing/2014/main" id="{4DE66743-894A-20CC-AD1B-B0E2984FE25E}"/>
              </a:ext>
            </a:extLst>
          </p:cNvPr>
          <p:cNvSpPr txBox="1"/>
          <p:nvPr/>
        </p:nvSpPr>
        <p:spPr>
          <a:xfrm>
            <a:off x="3113576" y="1167852"/>
            <a:ext cx="1375508" cy="338554"/>
          </a:xfrm>
          <a:prstGeom prst="rect">
            <a:avLst/>
          </a:prstGeom>
          <a:noFill/>
        </p:spPr>
        <p:txBody>
          <a:bodyPr wrap="square" rtlCol="0">
            <a:spAutoFit/>
          </a:bodyPr>
          <a:lstStyle/>
          <a:p>
            <a:r>
              <a:rPr lang="en-US" sz="1600" dirty="0">
                <a:solidFill>
                  <a:schemeClr val="tx2">
                    <a:lumMod val="25000"/>
                  </a:schemeClr>
                </a:solidFill>
              </a:rPr>
              <a:t>Login</a:t>
            </a:r>
          </a:p>
        </p:txBody>
      </p:sp>
      <p:sp>
        <p:nvSpPr>
          <p:cNvPr id="12" name="TextBox 11">
            <a:extLst>
              <a:ext uri="{FF2B5EF4-FFF2-40B4-BE49-F238E27FC236}">
                <a16:creationId xmlns:a16="http://schemas.microsoft.com/office/drawing/2014/main" id="{25401F2B-5A1E-9524-F5F4-D24BFEF9EA55}"/>
              </a:ext>
            </a:extLst>
          </p:cNvPr>
          <p:cNvSpPr txBox="1"/>
          <p:nvPr/>
        </p:nvSpPr>
        <p:spPr>
          <a:xfrm>
            <a:off x="328246" y="1167852"/>
            <a:ext cx="1375508" cy="338554"/>
          </a:xfrm>
          <a:prstGeom prst="rect">
            <a:avLst/>
          </a:prstGeom>
          <a:noFill/>
        </p:spPr>
        <p:txBody>
          <a:bodyPr wrap="square" rtlCol="0">
            <a:spAutoFit/>
          </a:bodyPr>
          <a:lstStyle/>
          <a:p>
            <a:r>
              <a:rPr lang="en-US" sz="1600" dirty="0">
                <a:solidFill>
                  <a:schemeClr val="tx2">
                    <a:lumMod val="25000"/>
                  </a:schemeClr>
                </a:solidFill>
              </a:rPr>
              <a:t>Register</a:t>
            </a:r>
          </a:p>
        </p:txBody>
      </p:sp>
    </p:spTree>
    <p:extLst>
      <p:ext uri="{BB962C8B-B14F-4D97-AF65-F5344CB8AC3E}">
        <p14:creationId xmlns:p14="http://schemas.microsoft.com/office/powerpoint/2010/main" val="3625455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6F7E9-AA71-A15D-826C-DC1BB3DB8D67}"/>
            </a:ext>
          </a:extLst>
        </p:cNvPr>
        <p:cNvGrpSpPr/>
        <p:nvPr/>
      </p:nvGrpSpPr>
      <p:grpSpPr>
        <a:xfrm>
          <a:off x="0" y="0"/>
          <a:ext cx="0" cy="0"/>
          <a:chOff x="0" y="0"/>
          <a:chExt cx="0" cy="0"/>
        </a:xfrm>
      </p:grpSpPr>
      <p:sp>
        <p:nvSpPr>
          <p:cNvPr id="1865" name="Rectangle 1864">
            <a:extLst>
              <a:ext uri="{FF2B5EF4-FFF2-40B4-BE49-F238E27FC236}">
                <a16:creationId xmlns:a16="http://schemas.microsoft.com/office/drawing/2014/main" id="{95949D3B-5548-2A08-5F2E-45E13F5AC1EF}"/>
              </a:ext>
            </a:extLst>
          </p:cNvPr>
          <p:cNvSpPr/>
          <p:nvPr/>
        </p:nvSpPr>
        <p:spPr>
          <a:xfrm>
            <a:off x="167393" y="135005"/>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dirty="0">
                <a:solidFill>
                  <a:srgbClr val="A81B50"/>
                </a:solidFill>
                <a:effectLst/>
                <a:uFillTx/>
                <a:latin typeface="OpenSymbol"/>
              </a:rPr>
              <a:t>Output</a:t>
            </a:r>
          </a:p>
        </p:txBody>
      </p:sp>
      <p:pic>
        <p:nvPicPr>
          <p:cNvPr id="3" name="Picture 2" descr="A screenshot of a computer program&#10;&#10;AI-generated content may be incorrect.">
            <a:extLst>
              <a:ext uri="{FF2B5EF4-FFF2-40B4-BE49-F238E27FC236}">
                <a16:creationId xmlns:a16="http://schemas.microsoft.com/office/drawing/2014/main" id="{882E93BC-7713-F632-8D39-34BF05F46F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67" y="1303342"/>
            <a:ext cx="3056826" cy="1333052"/>
          </a:xfrm>
          <a:prstGeom prst="rect">
            <a:avLst/>
          </a:prstGeom>
        </p:spPr>
      </p:pic>
      <p:sp>
        <p:nvSpPr>
          <p:cNvPr id="4" name="TextBox 3">
            <a:extLst>
              <a:ext uri="{FF2B5EF4-FFF2-40B4-BE49-F238E27FC236}">
                <a16:creationId xmlns:a16="http://schemas.microsoft.com/office/drawing/2014/main" id="{96C28C0E-F481-BA56-828B-AE09A5022484}"/>
              </a:ext>
            </a:extLst>
          </p:cNvPr>
          <p:cNvSpPr txBox="1"/>
          <p:nvPr/>
        </p:nvSpPr>
        <p:spPr>
          <a:xfrm>
            <a:off x="434752" y="1009535"/>
            <a:ext cx="6169248" cy="338554"/>
          </a:xfrm>
          <a:prstGeom prst="rect">
            <a:avLst/>
          </a:prstGeom>
          <a:noFill/>
        </p:spPr>
        <p:txBody>
          <a:bodyPr wrap="square" rtlCol="0">
            <a:spAutoFit/>
          </a:bodyPr>
          <a:lstStyle/>
          <a:p>
            <a:r>
              <a:rPr lang="en-IN" sz="1600" dirty="0"/>
              <a:t>Local User Data Storage (</a:t>
            </a:r>
            <a:r>
              <a:rPr lang="en-IN" sz="1600" dirty="0" err="1"/>
              <a:t>user.txt</a:t>
            </a:r>
            <a:r>
              <a:rPr lang="en-IN" sz="1600" dirty="0"/>
              <a:t>)</a:t>
            </a:r>
            <a:endParaRPr lang="en-US" sz="1600" dirty="0">
              <a:solidFill>
                <a:schemeClr val="tx2">
                  <a:lumMod val="25000"/>
                </a:schemeClr>
              </a:solidFill>
            </a:endParaRPr>
          </a:p>
        </p:txBody>
      </p:sp>
      <p:sp>
        <p:nvSpPr>
          <p:cNvPr id="14" name="Rectangle 1">
            <a:extLst>
              <a:ext uri="{FF2B5EF4-FFF2-40B4-BE49-F238E27FC236}">
                <a16:creationId xmlns:a16="http://schemas.microsoft.com/office/drawing/2014/main" id="{84DEF0B6-0F34-2F05-3EC9-AD153FF01D89}"/>
              </a:ext>
            </a:extLst>
          </p:cNvPr>
          <p:cNvSpPr>
            <a:spLocks noChangeArrowheads="1"/>
          </p:cNvSpPr>
          <p:nvPr/>
        </p:nvSpPr>
        <p:spPr bwMode="auto">
          <a:xfrm>
            <a:off x="3588593" y="1303342"/>
            <a:ext cx="406845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User data is stored </a:t>
            </a:r>
            <a:r>
              <a:rPr kumimoji="0" lang="en-US" altLang="en-US" sz="1400" b="1" i="0" u="none" strike="noStrike" cap="none" normalizeH="0" baseline="0" dirty="0">
                <a:ln>
                  <a:noFill/>
                </a:ln>
                <a:solidFill>
                  <a:schemeClr val="tx1"/>
                </a:solidFill>
                <a:effectLst/>
                <a:latin typeface="Arial" panose="020B0604020202020204" pitchFamily="34" charset="0"/>
              </a:rPr>
              <a:t>locally</a:t>
            </a:r>
            <a:r>
              <a:rPr kumimoji="0" lang="en-US" altLang="en-US" sz="1400" b="0" i="0" u="none" strike="noStrike" cap="none" normalizeH="0" baseline="0" dirty="0">
                <a:ln>
                  <a:noFill/>
                </a:ln>
                <a:solidFill>
                  <a:schemeClr val="tx1"/>
                </a:solidFill>
                <a:effectLst/>
                <a:latin typeface="Arial" panose="020B0604020202020204" pitchFamily="34" charset="0"/>
              </a:rPr>
              <a:t> in a text file named The file is created in the </a:t>
            </a:r>
            <a:r>
              <a:rPr kumimoji="0" lang="en-US" altLang="en-US" sz="1400" b="1" i="0" u="none" strike="noStrike" cap="none" normalizeH="0" baseline="0" dirty="0">
                <a:ln>
                  <a:noFill/>
                </a:ln>
                <a:solidFill>
                  <a:schemeClr val="tx1"/>
                </a:solidFill>
                <a:effectLst/>
                <a:latin typeface="Arial" panose="020B0604020202020204" pitchFamily="34" charset="0"/>
              </a:rPr>
              <a:t>program output directory</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 </a:t>
            </a:r>
            <a:r>
              <a:rPr kumimoji="0" lang="en-US" altLang="en-US" sz="1400" b="1" i="0" u="none" strike="noStrike" cap="none" normalizeH="0" baseline="0" dirty="0">
                <a:ln>
                  <a:noFill/>
                </a:ln>
                <a:solidFill>
                  <a:schemeClr val="tx1"/>
                </a:solidFill>
                <a:effectLst/>
                <a:latin typeface="Arial" panose="020B0604020202020204" pitchFamily="34" charset="0"/>
              </a:rPr>
              <a:t>file handling (</a:t>
            </a:r>
            <a:r>
              <a:rPr kumimoji="0" lang="en-US" altLang="en-US" sz="1400" b="0" i="0" u="none" strike="noStrike" cap="none" normalizeH="0" baseline="0" dirty="0">
                <a:ln>
                  <a:noFill/>
                </a:ln>
                <a:solidFill>
                  <a:schemeClr val="tx1"/>
                </a:solidFill>
                <a:effectLst/>
                <a:latin typeface="Arial" panose="020B0604020202020204" pitchFamily="34" charset="0"/>
              </a:rPr>
              <a:t>is used to store and read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Each line represents </a:t>
            </a:r>
            <a:r>
              <a:rPr kumimoji="0" lang="en-US" altLang="en-US" sz="1400" b="1" i="0" u="none" strike="noStrike" cap="none" normalizeH="0" baseline="0" dirty="0">
                <a:ln>
                  <a:noFill/>
                </a:ln>
                <a:solidFill>
                  <a:schemeClr val="tx1"/>
                </a:solidFill>
                <a:effectLst/>
                <a:latin typeface="Arial" panose="020B0604020202020204" pitchFamily="34" charset="0"/>
              </a:rPr>
              <a:t>one registered user</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Data format used:</a:t>
            </a:r>
            <a:endParaRPr kumimoji="0" lang="en-US" altLang="en-US" sz="8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Passwords are </a:t>
            </a:r>
            <a:r>
              <a:rPr kumimoji="0" lang="en-US" altLang="en-US" sz="1400" b="1" i="0" u="none" strike="noStrike" cap="none" normalizeH="0" baseline="0" dirty="0">
                <a:ln>
                  <a:noFill/>
                </a:ln>
                <a:solidFill>
                  <a:schemeClr val="tx1"/>
                </a:solidFill>
                <a:effectLst/>
                <a:latin typeface="Arial" panose="020B0604020202020204" pitchFamily="34" charset="0"/>
              </a:rPr>
              <a:t>hashed</a:t>
            </a:r>
            <a:r>
              <a:rPr kumimoji="0" lang="en-US" altLang="en-US" sz="1400" b="0" i="0" u="none" strike="noStrike" cap="none" normalizeH="0" baseline="0" dirty="0">
                <a:ln>
                  <a:noFill/>
                </a:ln>
                <a:solidFill>
                  <a:schemeClr val="tx1"/>
                </a:solidFill>
                <a:effectLst/>
                <a:latin typeface="Arial" panose="020B0604020202020204" pitchFamily="34" charset="0"/>
              </a:rPr>
              <a:t>, not stored in plain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Improves basic </a:t>
            </a:r>
            <a:r>
              <a:rPr kumimoji="0" lang="en-US" altLang="en-US" sz="1400" b="1" i="0" u="none" strike="noStrike" cap="none" normalizeH="0" baseline="0" dirty="0">
                <a:ln>
                  <a:noFill/>
                </a:ln>
                <a:solidFill>
                  <a:schemeClr val="tx1"/>
                </a:solidFill>
                <a:effectLst/>
                <a:latin typeface="Arial" panose="020B0604020202020204" pitchFamily="34" charset="0"/>
              </a:rPr>
              <a:t>data security</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Suitable for </a:t>
            </a:r>
            <a:r>
              <a:rPr kumimoji="0" lang="en-US" altLang="en-US" sz="1400" b="1" i="0" u="none" strike="noStrike" cap="none" normalizeH="0" baseline="0" dirty="0">
                <a:ln>
                  <a:noFill/>
                </a:ln>
                <a:solidFill>
                  <a:schemeClr val="tx1"/>
                </a:solidFill>
                <a:effectLst/>
                <a:latin typeface="Arial" panose="020B0604020202020204" pitchFamily="34" charset="0"/>
              </a:rPr>
              <a:t>offline and small-scale login systems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No database or internet connection required</a:t>
            </a:r>
          </a:p>
        </p:txBody>
      </p:sp>
    </p:spTree>
    <p:extLst>
      <p:ext uri="{BB962C8B-B14F-4D97-AF65-F5344CB8AC3E}">
        <p14:creationId xmlns:p14="http://schemas.microsoft.com/office/powerpoint/2010/main" val="1601867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7" name="Google Shape;2218;p40"/>
          <p:cNvGrpSpPr/>
          <p:nvPr/>
        </p:nvGrpSpPr>
        <p:grpSpPr>
          <a:xfrm>
            <a:off x="3732480" y="527040"/>
            <a:ext cx="1678680" cy="1678680"/>
            <a:chOff x="3732480" y="527040"/>
            <a:chExt cx="1678680" cy="1678680"/>
          </a:xfrm>
          <a:solidFill>
            <a:srgbClr val="A81B50"/>
          </a:solidFill>
        </p:grpSpPr>
        <p:sp>
          <p:nvSpPr>
            <p:cNvPr id="1888" name="Google Shape;2219;p40"/>
            <p:cNvSpPr/>
            <p:nvPr/>
          </p:nvSpPr>
          <p:spPr>
            <a:xfrm>
              <a:off x="3732480" y="527040"/>
              <a:ext cx="1678680" cy="1678680"/>
            </a:xfrm>
            <a:prstGeom prst="ellipse">
              <a:avLst/>
            </a:prstGeom>
            <a:grp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9" name="Google Shape;2220;p40"/>
            <p:cNvSpPr/>
            <p:nvPr/>
          </p:nvSpPr>
          <p:spPr>
            <a:xfrm>
              <a:off x="3956400" y="750960"/>
              <a:ext cx="1230480" cy="1230480"/>
            </a:xfrm>
            <a:prstGeom prst="ellipse">
              <a:avLst/>
            </a:prstGeom>
            <a:solidFill>
              <a:schemeClr val="bg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90" name="Google Shape;2221;p40"/>
          <p:cNvGrpSpPr/>
          <p:nvPr/>
        </p:nvGrpSpPr>
        <p:grpSpPr>
          <a:xfrm>
            <a:off x="4276440" y="1071000"/>
            <a:ext cx="591120" cy="590400"/>
            <a:chOff x="4276440" y="1071000"/>
            <a:chExt cx="591120" cy="590400"/>
          </a:xfrm>
        </p:grpSpPr>
        <p:sp>
          <p:nvSpPr>
            <p:cNvPr id="1891"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2"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6"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7"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8"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9"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01"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Conclusions</a:t>
            </a:r>
            <a:endParaRPr lang="fr-FR" sz="2800" b="0" u="none" strike="noStrike">
              <a:solidFill>
                <a:schemeClr val="dk1"/>
              </a:solidFill>
              <a:effectLst/>
              <a:uFillTx/>
              <a:latin typeface="Arial"/>
            </a:endParaRPr>
          </a:p>
        </p:txBody>
      </p:sp>
      <p:sp>
        <p:nvSpPr>
          <p:cNvPr id="1902"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20000"/>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This system demonstrates a fundamental and </a:t>
            </a:r>
            <a:r>
              <a:rPr lang="en-US" sz="1600" b="1" u="none" strike="noStrike">
                <a:solidFill>
                  <a:schemeClr val="dk2"/>
                </a:solidFill>
                <a:effectLst/>
                <a:uFillTx/>
                <a:latin typeface="Barlow Semi Condensed"/>
                <a:ea typeface="Barlow Semi Condensed"/>
              </a:rPr>
              <a:t>secure user login</a:t>
            </a:r>
            <a:r>
              <a:rPr lang="en-US" sz="1600" b="0" u="none" strike="noStrike">
                <a:solidFill>
                  <a:schemeClr val="dk2"/>
                </a:solidFill>
                <a:effectLst/>
                <a:uFillTx/>
                <a:latin typeface="Barlow Semi Condensed"/>
                <a:ea typeface="Barlow Semi Condensed"/>
              </a:rPr>
              <a:t> process utilizing password hashing. Although basic, it effectively protects user data stored in plain text files. Future improvements could include adopting stronger hash algorithms and integrating database storage for enhanced scalability and security.</a:t>
            </a:r>
            <a:endParaRPr lang="en-US" sz="1600" b="0" u="none" strike="noStrike">
              <a:solidFill>
                <a:srgbClr val="000000"/>
              </a:solidFill>
              <a:effectLst/>
              <a:uFillTx/>
              <a:latin typeface="OpenSymbol"/>
            </a:endParaRPr>
          </a:p>
        </p:txBody>
      </p:sp>
      <p:pic>
        <p:nvPicPr>
          <p:cNvPr id="2" name="Picture 1">
            <a:extLst>
              <a:ext uri="{FF2B5EF4-FFF2-40B4-BE49-F238E27FC236}">
                <a16:creationId xmlns:a16="http://schemas.microsoft.com/office/drawing/2014/main" id="{A1ACA8DE-597F-A758-2B45-A8E32D41B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160" y="-1789992"/>
            <a:ext cx="3043486" cy="934036"/>
          </a:xfrm>
          <a:prstGeom prst="rect">
            <a:avLst/>
          </a:prstGeom>
        </p:spPr>
      </p:pic>
      <p:sp>
        <p:nvSpPr>
          <p:cNvPr id="3" name="TextBox 2">
            <a:extLst>
              <a:ext uri="{FF2B5EF4-FFF2-40B4-BE49-F238E27FC236}">
                <a16:creationId xmlns:a16="http://schemas.microsoft.com/office/drawing/2014/main" id="{32C5C27A-DAB1-E734-9B0D-142A045BED60}"/>
              </a:ext>
            </a:extLst>
          </p:cNvPr>
          <p:cNvSpPr txBox="1"/>
          <p:nvPr/>
        </p:nvSpPr>
        <p:spPr>
          <a:xfrm>
            <a:off x="3200400" y="6082856"/>
            <a:ext cx="2743200" cy="461665"/>
          </a:xfrm>
          <a:prstGeom prst="rect">
            <a:avLst/>
          </a:prstGeom>
          <a:noFill/>
        </p:spPr>
        <p:txBody>
          <a:bodyPr wrap="square" rtlCol="0">
            <a:spAutoFit/>
          </a:bodyPr>
          <a:lstStyle/>
          <a:p>
            <a:pPr algn="ctr"/>
            <a:r>
              <a:rPr lang="en-IN" sz="2400" b="1" dirty="0">
                <a:solidFill>
                  <a:schemeClr val="bg1"/>
                </a:solidFill>
              </a:rPr>
              <a:t>Thanks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9D9217-BFC1-C074-7E09-E6CA03963B10}"/>
              </a:ext>
            </a:extLst>
          </p:cNvPr>
          <p:cNvSpPr/>
          <p:nvPr/>
        </p:nvSpPr>
        <p:spPr>
          <a:xfrm>
            <a:off x="0" y="0"/>
            <a:ext cx="9144000" cy="5143500"/>
          </a:xfrm>
          <a:prstGeom prst="rect">
            <a:avLst/>
          </a:prstGeom>
          <a:solidFill>
            <a:srgbClr val="A81B50"/>
          </a:solidFill>
          <a:ln>
            <a:solidFill>
              <a:srgbClr val="A81B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400F9DFD-547A-6064-855A-90E006E562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160" y="861759"/>
            <a:ext cx="3043486" cy="934036"/>
          </a:xfrm>
          <a:prstGeom prst="rect">
            <a:avLst/>
          </a:prstGeom>
        </p:spPr>
      </p:pic>
      <p:sp>
        <p:nvSpPr>
          <p:cNvPr id="5" name="TextBox 4">
            <a:extLst>
              <a:ext uri="{FF2B5EF4-FFF2-40B4-BE49-F238E27FC236}">
                <a16:creationId xmlns:a16="http://schemas.microsoft.com/office/drawing/2014/main" id="{6CDF54B5-3536-6801-A5AF-BBEBD3C28B63}"/>
              </a:ext>
            </a:extLst>
          </p:cNvPr>
          <p:cNvSpPr txBox="1"/>
          <p:nvPr/>
        </p:nvSpPr>
        <p:spPr>
          <a:xfrm>
            <a:off x="3200400" y="2516709"/>
            <a:ext cx="2743200" cy="461665"/>
          </a:xfrm>
          <a:prstGeom prst="rect">
            <a:avLst/>
          </a:prstGeom>
          <a:noFill/>
        </p:spPr>
        <p:txBody>
          <a:bodyPr wrap="square" rtlCol="0">
            <a:spAutoFit/>
          </a:bodyPr>
          <a:lstStyle/>
          <a:p>
            <a:pPr algn="ctr"/>
            <a:r>
              <a:rPr lang="en-IN" sz="2400" b="1" dirty="0">
                <a:solidFill>
                  <a:schemeClr val="bg1"/>
                </a:solidFill>
              </a:rPr>
              <a:t>Thanks</a:t>
            </a:r>
          </a:p>
        </p:txBody>
      </p:sp>
    </p:spTree>
    <p:extLst>
      <p:ext uri="{BB962C8B-B14F-4D97-AF65-F5344CB8AC3E}">
        <p14:creationId xmlns:p14="http://schemas.microsoft.com/office/powerpoint/2010/main" val="2429028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TotalTime>
  <Words>317</Words>
  <Application>Microsoft Macintosh PowerPoint</Application>
  <PresentationFormat>On-screen Show (16:9)</PresentationFormat>
  <Paragraphs>31</Paragraphs>
  <Slides>10</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10</vt:i4>
      </vt:variant>
    </vt:vector>
  </HeadingPairs>
  <TitlesOfParts>
    <vt:vector size="22" baseType="lpstr">
      <vt:lpstr>Arial Unicode MS</vt:lpstr>
      <vt:lpstr>Arial</vt:lpstr>
      <vt:lpstr>Barlow Semi Condensed</vt:lpstr>
      <vt:lpstr>Barlow Semi Condensed Medium</vt:lpstr>
      <vt:lpstr>Calibri</vt:lpstr>
      <vt:lpstr>Fjalla One</vt:lpstr>
      <vt:lpstr>OpenSymbol</vt:lpstr>
      <vt:lpstr>Symbol</vt:lpstr>
      <vt:lpstr>Wingdings</vt:lpstr>
      <vt:lpstr>Technology Consulting by Slidesgo</vt:lpstr>
      <vt:lpstr>Technology Consulting by Slidesgo</vt:lpstr>
      <vt:lpstr>Slidesgo Final Pages</vt:lpstr>
      <vt:lpstr>PowerPoint Presentation</vt:lpstr>
      <vt:lpstr>Introduction</vt:lpstr>
      <vt:lpstr>PowerPoint Presentation</vt:lpstr>
      <vt:lpstr>PowerPoint Presentation</vt:lpstr>
      <vt:lpstr>User Registration Process</vt:lpstr>
      <vt:lpstr>PowerPoint Presentation</vt:lpstr>
      <vt:lpstr>PowerPoint Presentation</vt:lpstr>
      <vt:lpstr>PowerPoint Presentation</vt:lpstr>
      <vt:lpstr>Conclusions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Yash Rajendra Tambade</cp:lastModifiedBy>
  <cp:revision>3</cp:revision>
  <dcterms:modified xsi:type="dcterms:W3CDTF">2026-02-08T16:52:17Z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2026-02-07T16:05:29Z</dcterms:created>
  <dc:creator>Unknown Creator</dc:creator>
  <dc:description/>
  <dc:language>en-US</dc:language>
  <cp:lastModifiedBy>Unknown Creator</cp:lastModifiedBy>
  <dcterms:modified xsi:type="dcterms:W3CDTF">2026-02-07T16:05:29Z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